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fonts/Font_2_Saira_Regular.fntdata" ContentType="application/x-fontdata"/>
  <Override PartName="/ppt/fonts/Font_5_Saira_BoldItalic.fntdata" ContentType="application/x-fontdata"/>
  <Override PartName="/ppt/fonts/Font_1_Aldrich_Regular.fntdata" ContentType="application/x-fontdata"/>
  <Override PartName="/ppt/fonts/Font_3_Saira_Bold.fntdata" ContentType="application/x-fontdata"/>
  <Override PartName="/ppt/fonts/Font_4_Saira_Italic.fntdata" ContentType="application/x-fontdata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media/image18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/>
  <p:notesSz cx="6858000" cy="9144000"/>
  <p:embeddedFontLst>
    <p:embeddedFont>
      <p:font typeface="Aldrich"/>
      <p:regular r:id="rId20"/>
    </p:embeddedFont>
    <p:embeddedFont>
      <p:font typeface="Saira"/>
      <p:regular r:id="rId21"/>
      <p:bold r:id="rId22"/>
      <p:italic r:id="rId23"/>
      <p:boldItalic r:id="rId24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5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font" Target="fonts/Font_1_Aldrich_Regular.fntdata"/><Relationship Id="rId21" Type="http://schemas.openxmlformats.org/officeDocument/2006/relationships/font" Target="fonts/Font_2_Saira_Regular.fntdata"/><Relationship Id="rId22" Type="http://schemas.openxmlformats.org/officeDocument/2006/relationships/font" Target="fonts/Font_3_Saira_Bold.fntdata"/><Relationship Id="rId23" Type="http://schemas.openxmlformats.org/officeDocument/2006/relationships/font" Target="fonts/Font_4_Saira_Italic.fntdata"/><Relationship Id="rId24" Type="http://schemas.openxmlformats.org/officeDocument/2006/relationships/font" Target="fonts/Font_5_Saira_BoldItalic.fntdata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hyperlink" Target="https://bit.ly/3A1uf1Q" TargetMode="External"/><Relationship Id="rId8" Type="http://schemas.openxmlformats.org/officeDocument/2006/relationships/hyperlink" Target="http://bit.ly/2TyoMsr" TargetMode="External"/><Relationship Id="rId9" Type="http://schemas.openxmlformats.org/officeDocument/2006/relationships/hyperlink" Target="http://bit.ly/2TtBDfr" TargetMode="Externa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68520" y="1027800"/>
            <a:ext cx="6006240" cy="22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495;p1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oogle Shape;498;p11"/>
          <p:cNvGrpSpPr/>
          <p:nvPr/>
        </p:nvGrpSpPr>
        <p:grpSpPr>
          <a:xfrm>
            <a:off x="-1684440" y="361800"/>
            <a:ext cx="3475080" cy="1747800"/>
            <a:chOff x="-1684440" y="361800"/>
            <a:chExt cx="3475080" cy="1747800"/>
          </a:xfrm>
        </p:grpSpPr>
        <p:grpSp>
          <p:nvGrpSpPr>
            <p:cNvPr id="8" name="Google Shape;499;p11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9" name="Google Shape;500;p11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Google Shape;501;p11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Google Shape;502;p11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Google Shape;503;p11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Google Shape;504;p11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Google Shape;505;p11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Google Shape;506;p11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" name="Google Shape;507;p11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" name="Google Shape;508;p11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" name="Google Shape;509;p11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" name="Google Shape;510;p11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Google Shape;511;p11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Google Shape;512;p11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" name="Google Shape;513;p11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Google Shape;514;p11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Google Shape;515;p11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" name="Google Shape;516;p11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" name="Google Shape;517;p11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" name="Google Shape;518;p11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" name="Google Shape;519;p11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" name="Google Shape;520;p11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0" name="Google Shape;521;p1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13800" y="74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" name="Google Shape;522;p1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15360" y="932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2" name="Google Shape;523;p1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-129600" y="421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3" name="Google Shape;524;p11"/>
          <p:cNvGrpSpPr/>
          <p:nvPr/>
        </p:nvGrpSpPr>
        <p:grpSpPr>
          <a:xfrm>
            <a:off x="7315560" y="3550320"/>
            <a:ext cx="4028400" cy="1908360"/>
            <a:chOff x="7315560" y="3550320"/>
            <a:chExt cx="4028400" cy="1908360"/>
          </a:xfrm>
        </p:grpSpPr>
        <p:grpSp>
          <p:nvGrpSpPr>
            <p:cNvPr id="34" name="Google Shape;525;p11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35" name="Google Shape;526;p11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" name="Google Shape;527;p11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" name="Google Shape;528;p11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" name="Google Shape;529;p11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" name="Google Shape;530;p11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" name="Google Shape;531;p11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" name="Google Shape;532;p11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" name="Google Shape;533;p11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" name="Google Shape;534;p11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" name="Google Shape;535;p11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" name="Google Shape;536;p11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" name="Google Shape;537;p11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" name="Google Shape;538;p11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" name="Google Shape;539;p11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" name="Google Shape;540;p11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" name="Google Shape;541;p11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" name="Google Shape;542;p11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" name="Google Shape;543;p11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" name="Google Shape;544;p11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" name="Google Shape;545;p11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Google Shape;546;p11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Google Shape;547;p11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Google Shape;548;p11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Google Shape;549;p11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Google Shape;550;p11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" name="Google Shape;551;p11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" name="Google Shape;552;p11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" name="Google Shape;553;p11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" name="Google Shape;554;p11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" name="Google Shape;555;p11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5" name="Google Shape;556;p1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315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" name="Google Shape;557;p11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289720" y="3550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7" name="Google Shape;558;p11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341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561;p1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29348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title"/>
          </p:nvPr>
        </p:nvSpPr>
        <p:spPr>
          <a:xfrm>
            <a:off x="388404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title"/>
          </p:nvPr>
        </p:nvSpPr>
        <p:spPr>
          <a:xfrm>
            <a:off x="647172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129348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title"/>
          </p:nvPr>
        </p:nvSpPr>
        <p:spPr>
          <a:xfrm>
            <a:off x="388404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title"/>
          </p:nvPr>
        </p:nvSpPr>
        <p:spPr>
          <a:xfrm>
            <a:off x="647172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oogle Shape;575;p13"/>
          <p:cNvGrpSpPr/>
          <p:nvPr/>
        </p:nvGrpSpPr>
        <p:grpSpPr>
          <a:xfrm>
            <a:off x="7594560" y="-1910520"/>
            <a:ext cx="2151360" cy="3380760"/>
            <a:chOff x="7594560" y="-1910520"/>
            <a:chExt cx="2151360" cy="3380760"/>
          </a:xfrm>
        </p:grpSpPr>
        <p:grpSp>
          <p:nvGrpSpPr>
            <p:cNvPr id="78" name="Google Shape;576;p13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79" name="Google Shape;577;p13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" name="Google Shape;578;p13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" name="Google Shape;579;p13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" name="Google Shape;580;p13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" name="Google Shape;581;p13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" name="Google Shape;582;p13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" name="Google Shape;583;p13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" name="Google Shape;584;p13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" name="Google Shape;585;p13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" name="Google Shape;586;p13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" name="Google Shape;587;p13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" name="Google Shape;588;p13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" name="Google Shape;589;p13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" name="Google Shape;590;p13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" name="Google Shape;591;p13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" name="Google Shape;592;p13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" name="Google Shape;593;p13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" name="Google Shape;594;p13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" name="Google Shape;595;p13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" name="Google Shape;596;p13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Google Shape;597;p13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Google Shape;598;p13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Google Shape;599;p13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Google Shape;600;p13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Google Shape;601;p13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" name="Google Shape;602;p13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" name="Google Shape;603;p13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" name="Google Shape;604;p13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" name="Google Shape;605;p13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" name="Google Shape;606;p13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Google Shape;607;p13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" name="Google Shape;608;p13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" name="Google Shape;609;p13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" name="Google Shape;610;p13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Google Shape;611;p13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" name="Google Shape;612;p13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" name="Google Shape;613;p13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" name="Google Shape;614;p13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" name="Google Shape;615;p13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" name="Google Shape;616;p13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Google Shape;617;p13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Google Shape;618;p13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1" name="Google Shape;619;p13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594560" y="-271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2" name="Google Shape;620;p13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218800" y="293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23" name="Google Shape;621;p13"/>
          <p:cNvGrpSpPr/>
          <p:nvPr/>
        </p:nvGrpSpPr>
        <p:grpSpPr>
          <a:xfrm>
            <a:off x="-500400" y="3650040"/>
            <a:ext cx="2057040" cy="3254760"/>
            <a:chOff x="-500400" y="3650040"/>
            <a:chExt cx="2057040" cy="3254760"/>
          </a:xfrm>
        </p:grpSpPr>
        <p:grpSp>
          <p:nvGrpSpPr>
            <p:cNvPr id="124" name="Google Shape;622;p13"/>
            <p:cNvGrpSpPr/>
            <p:nvPr/>
          </p:nvGrpSpPr>
          <p:grpSpPr>
            <a:xfrm>
              <a:off x="-500400" y="3842280"/>
              <a:ext cx="1496880" cy="3062520"/>
              <a:chOff x="-500400" y="3842280"/>
              <a:chExt cx="1496880" cy="3062520"/>
            </a:xfrm>
          </p:grpSpPr>
          <p:sp>
            <p:nvSpPr>
              <p:cNvPr id="125" name="Google Shape;623;p13"/>
              <p:cNvSpPr/>
              <p:nvPr/>
            </p:nvSpPr>
            <p:spPr>
              <a:xfrm rot="16200000">
                <a:off x="-36504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" name="Google Shape;624;p13"/>
              <p:cNvSpPr/>
              <p:nvPr/>
            </p:nvSpPr>
            <p:spPr>
              <a:xfrm rot="16200000">
                <a:off x="-195120" y="605844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" name="Google Shape;625;p13"/>
              <p:cNvSpPr/>
              <p:nvPr/>
            </p:nvSpPr>
            <p:spPr>
              <a:xfrm rot="16200000">
                <a:off x="-559800" y="491472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" name="Google Shape;626;p13"/>
              <p:cNvSpPr/>
              <p:nvPr/>
            </p:nvSpPr>
            <p:spPr>
              <a:xfrm rot="16200000">
                <a:off x="-407880" y="485064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" name="Google Shape;627;p13"/>
              <p:cNvSpPr/>
              <p:nvPr/>
            </p:nvSpPr>
            <p:spPr>
              <a:xfrm rot="16200000">
                <a:off x="-590760" y="473364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" name="Google Shape;628;p13"/>
              <p:cNvSpPr/>
              <p:nvPr/>
            </p:nvSpPr>
            <p:spPr>
              <a:xfrm rot="16200000">
                <a:off x="361080" y="506088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" name="Google Shape;629;p13"/>
              <p:cNvSpPr/>
              <p:nvPr/>
            </p:nvSpPr>
            <p:spPr>
              <a:xfrm rot="16200000">
                <a:off x="199440" y="453672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" name="Google Shape;630;p13"/>
              <p:cNvSpPr/>
              <p:nvPr/>
            </p:nvSpPr>
            <p:spPr>
              <a:xfrm rot="16200000">
                <a:off x="-88920" y="5564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" name="Google Shape;631;p13"/>
              <p:cNvSpPr/>
              <p:nvPr/>
            </p:nvSpPr>
            <p:spPr>
              <a:xfrm rot="16200000">
                <a:off x="45000" y="645156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" name="Google Shape;632;p13"/>
              <p:cNvSpPr/>
              <p:nvPr/>
            </p:nvSpPr>
            <p:spPr>
              <a:xfrm rot="16200000">
                <a:off x="681120" y="42048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" name="Google Shape;633;p13"/>
              <p:cNvSpPr/>
              <p:nvPr/>
            </p:nvSpPr>
            <p:spPr>
              <a:xfrm rot="16200000">
                <a:off x="587160" y="51872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" name="Google Shape;634;p13"/>
              <p:cNvSpPr/>
              <p:nvPr/>
            </p:nvSpPr>
            <p:spPr>
              <a:xfrm rot="16200000">
                <a:off x="923400" y="47311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" name="Google Shape;635;p13"/>
              <p:cNvSpPr/>
              <p:nvPr/>
            </p:nvSpPr>
            <p:spPr>
              <a:xfrm rot="16200000">
                <a:off x="288360" y="57214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" name="Google Shape;636;p13"/>
              <p:cNvSpPr/>
              <p:nvPr/>
            </p:nvSpPr>
            <p:spPr>
              <a:xfrm rot="16200000">
                <a:off x="162360" y="58392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" name="Google Shape;637;p13"/>
              <p:cNvSpPr/>
              <p:nvPr/>
            </p:nvSpPr>
            <p:spPr>
              <a:xfrm rot="16200000">
                <a:off x="56520" y="6243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" name="Google Shape;638;p13"/>
              <p:cNvSpPr/>
              <p:nvPr/>
            </p:nvSpPr>
            <p:spPr>
              <a:xfrm rot="16200000">
                <a:off x="190440" y="6157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" name="Google Shape;639;p13"/>
              <p:cNvSpPr/>
              <p:nvPr/>
            </p:nvSpPr>
            <p:spPr>
              <a:xfrm rot="16200000">
                <a:off x="127440" y="6039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Google Shape;640;p13"/>
              <p:cNvSpPr/>
              <p:nvPr/>
            </p:nvSpPr>
            <p:spPr>
              <a:xfrm rot="16200000">
                <a:off x="700920" y="5301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Google Shape;641;p13"/>
              <p:cNvSpPr/>
              <p:nvPr/>
            </p:nvSpPr>
            <p:spPr>
              <a:xfrm rot="16200000">
                <a:off x="791640" y="3842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Google Shape;642;p13"/>
              <p:cNvSpPr/>
              <p:nvPr/>
            </p:nvSpPr>
            <p:spPr>
              <a:xfrm rot="16200000">
                <a:off x="846000" y="404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Google Shape;643;p13"/>
              <p:cNvSpPr/>
              <p:nvPr/>
            </p:nvSpPr>
            <p:spPr>
              <a:xfrm rot="16200000">
                <a:off x="533160" y="4147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Google Shape;644;p13"/>
              <p:cNvSpPr/>
              <p:nvPr/>
            </p:nvSpPr>
            <p:spPr>
              <a:xfrm rot="16200000">
                <a:off x="-518760" y="547848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" name="Google Shape;645;p13"/>
              <p:cNvSpPr/>
              <p:nvPr/>
            </p:nvSpPr>
            <p:spPr>
              <a:xfrm rot="16200000">
                <a:off x="120960" y="446760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" name="Google Shape;646;p13"/>
              <p:cNvSpPr/>
              <p:nvPr/>
            </p:nvSpPr>
            <p:spPr>
              <a:xfrm rot="16200000">
                <a:off x="-878400" y="510120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9" name="Google Shape;647;p13"/>
              <p:cNvSpPr/>
              <p:nvPr/>
            </p:nvSpPr>
            <p:spPr>
              <a:xfrm rot="16200000">
                <a:off x="-911880" y="528876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" name="Google Shape;648;p13"/>
              <p:cNvSpPr/>
              <p:nvPr/>
            </p:nvSpPr>
            <p:spPr>
              <a:xfrm rot="16200000">
                <a:off x="-1153440" y="54000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" name="Google Shape;649;p13"/>
              <p:cNvSpPr/>
              <p:nvPr/>
            </p:nvSpPr>
            <p:spPr>
              <a:xfrm rot="16200000">
                <a:off x="-710640" y="538092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Google Shape;650;p13"/>
              <p:cNvSpPr/>
              <p:nvPr/>
            </p:nvSpPr>
            <p:spPr>
              <a:xfrm rot="16200000">
                <a:off x="-802440" y="594288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3" name="Google Shape;651;p13"/>
              <p:cNvSpPr/>
              <p:nvPr/>
            </p:nvSpPr>
            <p:spPr>
              <a:xfrm rot="16200000">
                <a:off x="511200" y="51105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" name="Google Shape;652;p13"/>
              <p:cNvSpPr/>
              <p:nvPr/>
            </p:nvSpPr>
            <p:spPr>
              <a:xfrm rot="16200000">
                <a:off x="378000" y="422244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" name="Google Shape;653;p13"/>
              <p:cNvSpPr/>
              <p:nvPr/>
            </p:nvSpPr>
            <p:spPr>
              <a:xfrm rot="16200000">
                <a:off x="-258480" y="64702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Google Shape;654;p13"/>
              <p:cNvSpPr/>
              <p:nvPr/>
            </p:nvSpPr>
            <p:spPr>
              <a:xfrm rot="16200000">
                <a:off x="-164520" y="54878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7" name="Google Shape;655;p13"/>
              <p:cNvSpPr/>
              <p:nvPr/>
            </p:nvSpPr>
            <p:spPr>
              <a:xfrm rot="16200000">
                <a:off x="-500760" y="594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8" name="Google Shape;656;p13"/>
              <p:cNvSpPr/>
              <p:nvPr/>
            </p:nvSpPr>
            <p:spPr>
              <a:xfrm rot="16200000">
                <a:off x="133920" y="495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" name="Google Shape;657;p13"/>
              <p:cNvSpPr/>
              <p:nvPr/>
            </p:nvSpPr>
            <p:spPr>
              <a:xfrm rot="16200000">
                <a:off x="260280" y="4835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" name="Google Shape;658;p13"/>
              <p:cNvSpPr/>
              <p:nvPr/>
            </p:nvSpPr>
            <p:spPr>
              <a:xfrm rot="16200000">
                <a:off x="358200" y="44226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" name="Google Shape;659;p13"/>
              <p:cNvSpPr/>
              <p:nvPr/>
            </p:nvSpPr>
            <p:spPr>
              <a:xfrm rot="16200000">
                <a:off x="224640" y="4509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Google Shape;660;p13"/>
              <p:cNvSpPr/>
              <p:nvPr/>
            </p:nvSpPr>
            <p:spPr>
              <a:xfrm rot="16200000">
                <a:off x="287640" y="46263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Google Shape;661;p13"/>
              <p:cNvSpPr/>
              <p:nvPr/>
            </p:nvSpPr>
            <p:spPr>
              <a:xfrm rot="16200000">
                <a:off x="-286200" y="5365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Google Shape;662;p13"/>
              <p:cNvSpPr/>
              <p:nvPr/>
            </p:nvSpPr>
            <p:spPr>
              <a:xfrm rot="16200000">
                <a:off x="-376560" y="6823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" name="Google Shape;663;p13"/>
              <p:cNvSpPr/>
              <p:nvPr/>
            </p:nvSpPr>
            <p:spPr>
              <a:xfrm rot="16200000">
                <a:off x="-431280" y="66225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" name="Google Shape;664;p13"/>
              <p:cNvSpPr/>
              <p:nvPr/>
            </p:nvSpPr>
            <p:spPr>
              <a:xfrm rot="16200000">
                <a:off x="-118080" y="65181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67" name="Google Shape;665;p13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379800" y="4192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68" name="Google Shape;666;p13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-180360" y="36500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69" name="PlaceHolder 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668;p1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oogle Shape;670;p14"/>
          <p:cNvGrpSpPr/>
          <p:nvPr/>
        </p:nvGrpSpPr>
        <p:grpSpPr>
          <a:xfrm>
            <a:off x="-348840" y="3927960"/>
            <a:ext cx="1823760" cy="4021200"/>
            <a:chOff x="-348840" y="3927960"/>
            <a:chExt cx="1823760" cy="4021200"/>
          </a:xfrm>
        </p:grpSpPr>
        <p:grpSp>
          <p:nvGrpSpPr>
            <p:cNvPr id="173" name="Google Shape;671;p14"/>
            <p:cNvGrpSpPr/>
            <p:nvPr/>
          </p:nvGrpSpPr>
          <p:grpSpPr>
            <a:xfrm>
              <a:off x="35280" y="4477680"/>
              <a:ext cx="1323720" cy="3471480"/>
              <a:chOff x="35280" y="4477680"/>
              <a:chExt cx="1323720" cy="3471480"/>
            </a:xfrm>
          </p:grpSpPr>
          <p:sp>
            <p:nvSpPr>
              <p:cNvPr id="174" name="Google Shape;672;p14"/>
              <p:cNvSpPr/>
              <p:nvPr/>
            </p:nvSpPr>
            <p:spPr>
              <a:xfrm rot="5400000">
                <a:off x="502920" y="6848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5" name="Google Shape;673;p14"/>
              <p:cNvSpPr/>
              <p:nvPr/>
            </p:nvSpPr>
            <p:spPr>
              <a:xfrm rot="5400000">
                <a:off x="412200" y="706716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6" name="Google Shape;674;p14"/>
              <p:cNvSpPr/>
              <p:nvPr/>
            </p:nvSpPr>
            <p:spPr>
              <a:xfrm rot="5400000">
                <a:off x="-814680" y="616032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7" name="Google Shape;675;p14"/>
              <p:cNvSpPr/>
              <p:nvPr/>
            </p:nvSpPr>
            <p:spPr>
              <a:xfrm rot="5400000">
                <a:off x="-466200" y="518112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8" name="Google Shape;676;p14"/>
              <p:cNvSpPr/>
              <p:nvPr/>
            </p:nvSpPr>
            <p:spPr>
              <a:xfrm rot="5400000">
                <a:off x="-303480" y="538200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9" name="Google Shape;677;p14"/>
              <p:cNvSpPr/>
              <p:nvPr/>
            </p:nvSpPr>
            <p:spPr>
              <a:xfrm rot="5400000">
                <a:off x="-977760" y="597240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0" name="Google Shape;678;p14"/>
              <p:cNvSpPr/>
              <p:nvPr/>
            </p:nvSpPr>
            <p:spPr>
              <a:xfrm rot="5400000">
                <a:off x="218160" y="57466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1" name="Google Shape;679;p14"/>
              <p:cNvSpPr/>
              <p:nvPr/>
            </p:nvSpPr>
            <p:spPr>
              <a:xfrm rot="5400000">
                <a:off x="81720" y="539820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2" name="Google Shape;680;p14"/>
              <p:cNvSpPr/>
              <p:nvPr/>
            </p:nvSpPr>
            <p:spPr>
              <a:xfrm rot="5400000">
                <a:off x="1108440" y="662364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3" name="Google Shape;681;p14"/>
              <p:cNvSpPr/>
              <p:nvPr/>
            </p:nvSpPr>
            <p:spPr>
              <a:xfrm rot="5400000">
                <a:off x="327240" y="45763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4" name="Google Shape;682;p14"/>
              <p:cNvSpPr/>
              <p:nvPr/>
            </p:nvSpPr>
            <p:spPr>
              <a:xfrm rot="5400000">
                <a:off x="179280" y="44776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5" name="Google Shape;683;p14"/>
              <p:cNvSpPr/>
              <p:nvPr/>
            </p:nvSpPr>
            <p:spPr>
              <a:xfrm rot="5400000">
                <a:off x="426240" y="50205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Google Shape;684;p14"/>
              <p:cNvSpPr/>
              <p:nvPr/>
            </p:nvSpPr>
            <p:spPr>
              <a:xfrm rot="5400000">
                <a:off x="886320" y="54727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Google Shape;685;p14"/>
              <p:cNvSpPr/>
              <p:nvPr/>
            </p:nvSpPr>
            <p:spPr>
              <a:xfrm rot="5400000">
                <a:off x="105120" y="55224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Google Shape;686;p14"/>
              <p:cNvSpPr/>
              <p:nvPr/>
            </p:nvSpPr>
            <p:spPr>
              <a:xfrm rot="5400000">
                <a:off x="845280" y="66153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Google Shape;687;p14"/>
              <p:cNvSpPr/>
              <p:nvPr/>
            </p:nvSpPr>
            <p:spPr>
              <a:xfrm rot="5400000">
                <a:off x="1166040" y="6122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Google Shape;688;p14"/>
              <p:cNvSpPr/>
              <p:nvPr/>
            </p:nvSpPr>
            <p:spPr>
              <a:xfrm rot="5400000">
                <a:off x="730080" y="5588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1" name="Google Shape;689;p14"/>
              <p:cNvSpPr/>
              <p:nvPr/>
            </p:nvSpPr>
            <p:spPr>
              <a:xfrm rot="5400000">
                <a:off x="1092240" y="578196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2" name="Google Shape;690;p14"/>
              <p:cNvSpPr/>
              <p:nvPr/>
            </p:nvSpPr>
            <p:spPr>
              <a:xfrm rot="5400000">
                <a:off x="1270080" y="59605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3" name="Google Shape;691;p14"/>
              <p:cNvSpPr/>
              <p:nvPr/>
            </p:nvSpPr>
            <p:spPr>
              <a:xfrm rot="5400000">
                <a:off x="1273680" y="55616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4" name="Google Shape;692;p14"/>
              <p:cNvSpPr/>
              <p:nvPr/>
            </p:nvSpPr>
            <p:spPr>
              <a:xfrm rot="5400000">
                <a:off x="1194480" y="6282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5" name="Google Shape;693;p14"/>
              <p:cNvSpPr/>
              <p:nvPr/>
            </p:nvSpPr>
            <p:spPr>
              <a:xfrm rot="5400000">
                <a:off x="1021680" y="5854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Google Shape;694;p14"/>
              <p:cNvSpPr/>
              <p:nvPr/>
            </p:nvSpPr>
            <p:spPr>
              <a:xfrm rot="5400000">
                <a:off x="257400" y="46875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7" name="Google Shape;695;p14"/>
              <p:cNvSpPr/>
              <p:nvPr/>
            </p:nvSpPr>
            <p:spPr>
              <a:xfrm rot="5400000">
                <a:off x="35280" y="518904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8" name="Google Shape;696;p14"/>
              <p:cNvSpPr/>
              <p:nvPr/>
            </p:nvSpPr>
            <p:spPr>
              <a:xfrm rot="5400000">
                <a:off x="92880" y="5262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9" name="Google Shape;697;p14"/>
              <p:cNvSpPr/>
              <p:nvPr/>
            </p:nvSpPr>
            <p:spPr>
              <a:xfrm rot="5400000">
                <a:off x="1251720" y="7449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00" name="Google Shape;698;p1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5400000">
              <a:off x="297720" y="49060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1" name="Google Shape;699;p1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5400000">
              <a:off x="-348840" y="49060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2" name="Google Shape;700;p1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5400000">
              <a:off x="-288000" y="3927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702;p1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6" name="Google Shape;705;p15"/>
          <p:cNvGrpSpPr/>
          <p:nvPr/>
        </p:nvGrpSpPr>
        <p:grpSpPr>
          <a:xfrm>
            <a:off x="7564680" y="1350360"/>
            <a:ext cx="3035880" cy="2239920"/>
            <a:chOff x="7564680" y="1350360"/>
            <a:chExt cx="3035880" cy="2239920"/>
          </a:xfrm>
        </p:grpSpPr>
        <p:grpSp>
          <p:nvGrpSpPr>
            <p:cNvPr id="207" name="Google Shape;706;p15"/>
            <p:cNvGrpSpPr/>
            <p:nvPr/>
          </p:nvGrpSpPr>
          <p:grpSpPr>
            <a:xfrm>
              <a:off x="8010360" y="1833480"/>
              <a:ext cx="2590200" cy="1756800"/>
              <a:chOff x="8010360" y="1833480"/>
              <a:chExt cx="2590200" cy="1756800"/>
            </a:xfrm>
          </p:grpSpPr>
          <p:sp>
            <p:nvSpPr>
              <p:cNvPr id="208" name="Google Shape;707;p15"/>
              <p:cNvSpPr/>
              <p:nvPr/>
            </p:nvSpPr>
            <p:spPr>
              <a:xfrm>
                <a:off x="8439480" y="2759040"/>
                <a:ext cx="2161080" cy="831240"/>
              </a:xfrm>
              <a:custGeom>
                <a:avLst/>
                <a:gdLst>
                  <a:gd name="textAreaLeft" fmla="*/ 0 w 2161080"/>
                  <a:gd name="textAreaRight" fmla="*/ 2161440 w 2161080"/>
                  <a:gd name="textAreaTop" fmla="*/ 0 h 831240"/>
                  <a:gd name="textAreaBottom" fmla="*/ 831600 h 8312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9" name="Google Shape;708;p15"/>
              <p:cNvSpPr/>
              <p:nvPr/>
            </p:nvSpPr>
            <p:spPr>
              <a:xfrm>
                <a:off x="8169480" y="2619360"/>
                <a:ext cx="2431080" cy="873360"/>
              </a:xfrm>
              <a:custGeom>
                <a:avLst/>
                <a:gdLst>
                  <a:gd name="textAreaLeft" fmla="*/ 0 w 2431080"/>
                  <a:gd name="textAreaRight" fmla="*/ 2431440 w 2431080"/>
                  <a:gd name="textAreaTop" fmla="*/ 0 h 873360"/>
                  <a:gd name="textAreaBottom" fmla="*/ 873720 h 8733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0" name="Google Shape;709;p15"/>
              <p:cNvSpPr/>
              <p:nvPr/>
            </p:nvSpPr>
            <p:spPr>
              <a:xfrm>
                <a:off x="8085240" y="2574000"/>
                <a:ext cx="2515320" cy="880560"/>
              </a:xfrm>
              <a:custGeom>
                <a:avLst/>
                <a:gdLst>
                  <a:gd name="textAreaLeft" fmla="*/ 0 w 2515320"/>
                  <a:gd name="textAreaRight" fmla="*/ 2515680 w 2515320"/>
                  <a:gd name="textAreaTop" fmla="*/ 0 h 880560"/>
                  <a:gd name="textAreaBottom" fmla="*/ 880920 h 88056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1" name="Google Shape;710;p15"/>
              <p:cNvSpPr/>
              <p:nvPr/>
            </p:nvSpPr>
            <p:spPr>
              <a:xfrm>
                <a:off x="8416440" y="2513880"/>
                <a:ext cx="2183760" cy="910800"/>
              </a:xfrm>
              <a:custGeom>
                <a:avLst/>
                <a:gdLst>
                  <a:gd name="textAreaLeft" fmla="*/ 0 w 2183760"/>
                  <a:gd name="textAreaRight" fmla="*/ 2184120 w 2183760"/>
                  <a:gd name="textAreaTop" fmla="*/ 0 h 910800"/>
                  <a:gd name="textAreaBottom" fmla="*/ 911160 h 91080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Google Shape;711;p15"/>
              <p:cNvSpPr/>
              <p:nvPr/>
            </p:nvSpPr>
            <p:spPr>
              <a:xfrm>
                <a:off x="8256960" y="2453760"/>
                <a:ext cx="2343600" cy="933480"/>
              </a:xfrm>
              <a:custGeom>
                <a:avLst/>
                <a:gdLst>
                  <a:gd name="textAreaLeft" fmla="*/ 0 w 2343600"/>
                  <a:gd name="textAreaRight" fmla="*/ 2343960 w 2343600"/>
                  <a:gd name="textAreaTop" fmla="*/ 0 h 933480"/>
                  <a:gd name="textAreaBottom" fmla="*/ 933840 h 9334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3" name="Google Shape;712;p15"/>
              <p:cNvSpPr/>
              <p:nvPr/>
            </p:nvSpPr>
            <p:spPr>
              <a:xfrm>
                <a:off x="8613000" y="2387520"/>
                <a:ext cx="1987560" cy="969840"/>
              </a:xfrm>
              <a:custGeom>
                <a:avLst/>
                <a:gdLst>
                  <a:gd name="textAreaLeft" fmla="*/ 0 w 1987560"/>
                  <a:gd name="textAreaRight" fmla="*/ 1987920 w 1987560"/>
                  <a:gd name="textAreaTop" fmla="*/ 0 h 969840"/>
                  <a:gd name="textAreaBottom" fmla="*/ 970200 h 96984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4" name="Google Shape;713;p15"/>
              <p:cNvSpPr/>
              <p:nvPr/>
            </p:nvSpPr>
            <p:spPr>
              <a:xfrm>
                <a:off x="8356680" y="2219760"/>
                <a:ext cx="2243520" cy="1099440"/>
              </a:xfrm>
              <a:custGeom>
                <a:avLst/>
                <a:gdLst>
                  <a:gd name="textAreaLeft" fmla="*/ 0 w 2243520"/>
                  <a:gd name="textAreaRight" fmla="*/ 2243880 w 2243520"/>
                  <a:gd name="textAreaTop" fmla="*/ 0 h 1099440"/>
                  <a:gd name="textAreaBottom" fmla="*/ 1099800 h 109944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5" name="Google Shape;714;p15"/>
              <p:cNvSpPr/>
              <p:nvPr/>
            </p:nvSpPr>
            <p:spPr>
              <a:xfrm>
                <a:off x="8212680" y="2189880"/>
                <a:ext cx="2387520" cy="1092240"/>
              </a:xfrm>
              <a:custGeom>
                <a:avLst/>
                <a:gdLst>
                  <a:gd name="textAreaLeft" fmla="*/ 0 w 2387520"/>
                  <a:gd name="textAreaRight" fmla="*/ 2387880 w 2387520"/>
                  <a:gd name="textAreaTop" fmla="*/ 0 h 1092240"/>
                  <a:gd name="textAreaBottom" fmla="*/ 1092600 h 109224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6" name="Google Shape;715;p15"/>
              <p:cNvSpPr/>
              <p:nvPr/>
            </p:nvSpPr>
            <p:spPr>
              <a:xfrm>
                <a:off x="9023760" y="2968200"/>
                <a:ext cx="1576440" cy="253440"/>
              </a:xfrm>
              <a:custGeom>
                <a:avLst/>
                <a:gdLst>
                  <a:gd name="textAreaLeft" fmla="*/ 0 w 1576440"/>
                  <a:gd name="textAreaRight" fmla="*/ 1576800 w 1576440"/>
                  <a:gd name="textAreaTop" fmla="*/ 0 h 253440"/>
                  <a:gd name="textAreaBottom" fmla="*/ 253800 h 25344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7" name="Google Shape;716;p15"/>
              <p:cNvSpPr/>
              <p:nvPr/>
            </p:nvSpPr>
            <p:spPr>
              <a:xfrm>
                <a:off x="8755200" y="1978920"/>
                <a:ext cx="1845360" cy="1144440"/>
              </a:xfrm>
              <a:custGeom>
                <a:avLst/>
                <a:gdLst>
                  <a:gd name="textAreaLeft" fmla="*/ 0 w 1845360"/>
                  <a:gd name="textAreaRight" fmla="*/ 1845720 w 1845360"/>
                  <a:gd name="textAreaTop" fmla="*/ 0 h 1144440"/>
                  <a:gd name="textAreaBottom" fmla="*/ 1144800 h 114444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8" name="Google Shape;717;p15"/>
              <p:cNvSpPr/>
              <p:nvPr/>
            </p:nvSpPr>
            <p:spPr>
              <a:xfrm>
                <a:off x="8898480" y="2179440"/>
                <a:ext cx="1701720" cy="921600"/>
              </a:xfrm>
              <a:custGeom>
                <a:avLst/>
                <a:gdLst>
                  <a:gd name="textAreaLeft" fmla="*/ 0 w 1701720"/>
                  <a:gd name="textAreaRight" fmla="*/ 1702080 w 1701720"/>
                  <a:gd name="textAreaTop" fmla="*/ 0 h 921600"/>
                  <a:gd name="textAreaBottom" fmla="*/ 921960 h 92160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9" name="Google Shape;718;p15"/>
              <p:cNvSpPr/>
              <p:nvPr/>
            </p:nvSpPr>
            <p:spPr>
              <a:xfrm>
                <a:off x="8886960" y="2022840"/>
                <a:ext cx="1713240" cy="1040400"/>
              </a:xfrm>
              <a:custGeom>
                <a:avLst/>
                <a:gdLst>
                  <a:gd name="textAreaLeft" fmla="*/ 0 w 1713240"/>
                  <a:gd name="textAreaRight" fmla="*/ 1713600 w 1713240"/>
                  <a:gd name="textAreaTop" fmla="*/ 0 h 1040400"/>
                  <a:gd name="textAreaBottom" fmla="*/ 1040760 h 104040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0" name="Google Shape;719;p15"/>
              <p:cNvSpPr/>
              <p:nvPr/>
            </p:nvSpPr>
            <p:spPr>
              <a:xfrm>
                <a:off x="8446680" y="1873440"/>
                <a:ext cx="2153880" cy="1107000"/>
              </a:xfrm>
              <a:custGeom>
                <a:avLst/>
                <a:gdLst>
                  <a:gd name="textAreaLeft" fmla="*/ 0 w 2153880"/>
                  <a:gd name="textAreaRight" fmla="*/ 2154240 w 2153880"/>
                  <a:gd name="textAreaTop" fmla="*/ 0 h 1107000"/>
                  <a:gd name="textAreaBottom" fmla="*/ 1107360 h 110700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1" name="Google Shape;720;p15"/>
              <p:cNvSpPr/>
              <p:nvPr/>
            </p:nvSpPr>
            <p:spPr>
              <a:xfrm>
                <a:off x="8126640" y="26740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2" name="Google Shape;721;p15"/>
              <p:cNvSpPr/>
              <p:nvPr/>
            </p:nvSpPr>
            <p:spPr>
              <a:xfrm>
                <a:off x="8722080" y="1928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3" name="Google Shape;722;p15"/>
              <p:cNvSpPr/>
              <p:nvPr/>
            </p:nvSpPr>
            <p:spPr>
              <a:xfrm>
                <a:off x="8865360" y="20041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4" name="Google Shape;723;p15"/>
              <p:cNvSpPr/>
              <p:nvPr/>
            </p:nvSpPr>
            <p:spPr>
              <a:xfrm>
                <a:off x="8390520" y="27122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5" name="Google Shape;724;p15"/>
              <p:cNvSpPr/>
              <p:nvPr/>
            </p:nvSpPr>
            <p:spPr>
              <a:xfrm>
                <a:off x="8978040" y="2923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Google Shape;725;p15"/>
              <p:cNvSpPr/>
              <p:nvPr/>
            </p:nvSpPr>
            <p:spPr>
              <a:xfrm>
                <a:off x="8010360" y="2534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7" name="Google Shape;726;p15"/>
              <p:cNvSpPr/>
              <p:nvPr/>
            </p:nvSpPr>
            <p:spPr>
              <a:xfrm>
                <a:off x="8138160" y="2247480"/>
                <a:ext cx="78120" cy="7848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8" name="Google Shape;727;p15"/>
              <p:cNvSpPr/>
              <p:nvPr/>
            </p:nvSpPr>
            <p:spPr>
              <a:xfrm>
                <a:off x="8296560" y="2338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9" name="Google Shape;728;p15"/>
              <p:cNvSpPr/>
              <p:nvPr/>
            </p:nvSpPr>
            <p:spPr>
              <a:xfrm>
                <a:off x="8552520" y="232344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Google Shape;729;p15"/>
              <p:cNvSpPr/>
              <p:nvPr/>
            </p:nvSpPr>
            <p:spPr>
              <a:xfrm>
                <a:off x="8183160" y="24138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Google Shape;730;p15"/>
              <p:cNvSpPr/>
              <p:nvPr/>
            </p:nvSpPr>
            <p:spPr>
              <a:xfrm>
                <a:off x="8341920" y="247428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Google Shape;731;p15"/>
              <p:cNvSpPr/>
              <p:nvPr/>
            </p:nvSpPr>
            <p:spPr>
              <a:xfrm>
                <a:off x="8861040" y="21049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Google Shape;732;p15"/>
              <p:cNvSpPr/>
              <p:nvPr/>
            </p:nvSpPr>
            <p:spPr>
              <a:xfrm>
                <a:off x="8371800" y="183348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34" name="Google Shape;733;p1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564680" y="2123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35" name="Google Shape;734;p1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218800" y="1350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736;p16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203120" y="818640"/>
            <a:ext cx="390060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9" name="Google Shape;739;p16"/>
          <p:cNvGrpSpPr/>
          <p:nvPr/>
        </p:nvGrpSpPr>
        <p:grpSpPr>
          <a:xfrm>
            <a:off x="-196560" y="3750120"/>
            <a:ext cx="1823760" cy="3920400"/>
            <a:chOff x="-196560" y="3750120"/>
            <a:chExt cx="1823760" cy="3920400"/>
          </a:xfrm>
        </p:grpSpPr>
        <p:grpSp>
          <p:nvGrpSpPr>
            <p:cNvPr id="240" name="Google Shape;740;p16"/>
            <p:cNvGrpSpPr/>
            <p:nvPr/>
          </p:nvGrpSpPr>
          <p:grpSpPr>
            <a:xfrm>
              <a:off x="187560" y="4129200"/>
              <a:ext cx="1323720" cy="3541320"/>
              <a:chOff x="187560" y="4129200"/>
              <a:chExt cx="1323720" cy="3541320"/>
            </a:xfrm>
          </p:grpSpPr>
          <p:sp>
            <p:nvSpPr>
              <p:cNvPr id="241" name="Google Shape;741;p16"/>
              <p:cNvSpPr/>
              <p:nvPr/>
            </p:nvSpPr>
            <p:spPr>
              <a:xfrm rot="5400000">
                <a:off x="424080" y="475632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2" name="Google Shape;742;p16"/>
              <p:cNvSpPr/>
              <p:nvPr/>
            </p:nvSpPr>
            <p:spPr>
              <a:xfrm rot="5400000">
                <a:off x="-23760" y="506556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3" name="Google Shape;743;p16"/>
              <p:cNvSpPr/>
              <p:nvPr/>
            </p:nvSpPr>
            <p:spPr>
              <a:xfrm rot="5400000">
                <a:off x="655560" y="6569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Google Shape;744;p16"/>
              <p:cNvSpPr/>
              <p:nvPr/>
            </p:nvSpPr>
            <p:spPr>
              <a:xfrm rot="5400000">
                <a:off x="564840" y="67885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5" name="Google Shape;745;p16"/>
              <p:cNvSpPr/>
              <p:nvPr/>
            </p:nvSpPr>
            <p:spPr>
              <a:xfrm rot="5400000">
                <a:off x="-662400" y="588168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6" name="Google Shape;746;p16"/>
              <p:cNvSpPr/>
              <p:nvPr/>
            </p:nvSpPr>
            <p:spPr>
              <a:xfrm rot="5400000">
                <a:off x="-313920" y="490248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7" name="Google Shape;747;p16"/>
              <p:cNvSpPr/>
              <p:nvPr/>
            </p:nvSpPr>
            <p:spPr>
              <a:xfrm rot="5400000">
                <a:off x="-151200" y="510336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8" name="Google Shape;748;p16"/>
              <p:cNvSpPr/>
              <p:nvPr/>
            </p:nvSpPr>
            <p:spPr>
              <a:xfrm rot="5400000">
                <a:off x="-825480" y="56937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9" name="Google Shape;749;p16"/>
              <p:cNvSpPr/>
              <p:nvPr/>
            </p:nvSpPr>
            <p:spPr>
              <a:xfrm rot="5400000">
                <a:off x="370440" y="54676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Google Shape;750;p16"/>
              <p:cNvSpPr/>
              <p:nvPr/>
            </p:nvSpPr>
            <p:spPr>
              <a:xfrm rot="5400000">
                <a:off x="234360" y="511956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Google Shape;751;p16"/>
              <p:cNvSpPr/>
              <p:nvPr/>
            </p:nvSpPr>
            <p:spPr>
              <a:xfrm rot="5400000">
                <a:off x="1261080" y="6345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Google Shape;752;p16"/>
              <p:cNvSpPr/>
              <p:nvPr/>
            </p:nvSpPr>
            <p:spPr>
              <a:xfrm rot="5400000">
                <a:off x="479520" y="42976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Google Shape;753;p16"/>
              <p:cNvSpPr/>
              <p:nvPr/>
            </p:nvSpPr>
            <p:spPr>
              <a:xfrm rot="5400000">
                <a:off x="331560" y="4199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4" name="Google Shape;754;p16"/>
              <p:cNvSpPr/>
              <p:nvPr/>
            </p:nvSpPr>
            <p:spPr>
              <a:xfrm rot="5400000">
                <a:off x="578520" y="47419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5" name="Google Shape;755;p16"/>
              <p:cNvSpPr/>
              <p:nvPr/>
            </p:nvSpPr>
            <p:spPr>
              <a:xfrm rot="5400000">
                <a:off x="1038600" y="5194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6" name="Google Shape;756;p16"/>
              <p:cNvSpPr/>
              <p:nvPr/>
            </p:nvSpPr>
            <p:spPr>
              <a:xfrm rot="5400000">
                <a:off x="257760" y="5243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7" name="Google Shape;757;p16"/>
              <p:cNvSpPr/>
              <p:nvPr/>
            </p:nvSpPr>
            <p:spPr>
              <a:xfrm rot="5400000">
                <a:off x="997560" y="63367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8" name="Google Shape;758;p16"/>
              <p:cNvSpPr/>
              <p:nvPr/>
            </p:nvSpPr>
            <p:spPr>
              <a:xfrm rot="5400000">
                <a:off x="1318320" y="58435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Google Shape;759;p16"/>
              <p:cNvSpPr/>
              <p:nvPr/>
            </p:nvSpPr>
            <p:spPr>
              <a:xfrm rot="5400000">
                <a:off x="882360" y="530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0" name="Google Shape;760;p16"/>
              <p:cNvSpPr/>
              <p:nvPr/>
            </p:nvSpPr>
            <p:spPr>
              <a:xfrm rot="5400000">
                <a:off x="751320" y="43225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1" name="Google Shape;761;p16"/>
              <p:cNvSpPr/>
              <p:nvPr/>
            </p:nvSpPr>
            <p:spPr>
              <a:xfrm rot="5400000">
                <a:off x="1244520" y="550296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Google Shape;762;p16"/>
              <p:cNvSpPr/>
              <p:nvPr/>
            </p:nvSpPr>
            <p:spPr>
              <a:xfrm rot="5400000">
                <a:off x="1422360" y="56815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Google Shape;763;p16"/>
              <p:cNvSpPr/>
              <p:nvPr/>
            </p:nvSpPr>
            <p:spPr>
              <a:xfrm rot="5400000">
                <a:off x="1425960" y="52826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Google Shape;764;p16"/>
              <p:cNvSpPr/>
              <p:nvPr/>
            </p:nvSpPr>
            <p:spPr>
              <a:xfrm rot="5400000">
                <a:off x="1347120" y="6003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5" name="Google Shape;765;p16"/>
              <p:cNvSpPr/>
              <p:nvPr/>
            </p:nvSpPr>
            <p:spPr>
              <a:xfrm rot="5400000">
                <a:off x="1173960" y="5576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6" name="Google Shape;766;p16"/>
              <p:cNvSpPr/>
              <p:nvPr/>
            </p:nvSpPr>
            <p:spPr>
              <a:xfrm rot="5400000">
                <a:off x="409680" y="44085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7" name="Google Shape;767;p16"/>
              <p:cNvSpPr/>
              <p:nvPr/>
            </p:nvSpPr>
            <p:spPr>
              <a:xfrm rot="5400000">
                <a:off x="788040" y="4129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8" name="Google Shape;768;p16"/>
              <p:cNvSpPr/>
              <p:nvPr/>
            </p:nvSpPr>
            <p:spPr>
              <a:xfrm rot="5400000">
                <a:off x="187920" y="491004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Google Shape;769;p16"/>
              <p:cNvSpPr/>
              <p:nvPr/>
            </p:nvSpPr>
            <p:spPr>
              <a:xfrm rot="5400000">
                <a:off x="245520" y="498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Google Shape;770;p16"/>
              <p:cNvSpPr/>
              <p:nvPr/>
            </p:nvSpPr>
            <p:spPr>
              <a:xfrm rot="5400000">
                <a:off x="1404360" y="7170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71" name="Google Shape;771;p16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5400000">
              <a:off x="-196560" y="3750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2" name="Google Shape;772;p16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5400000">
              <a:off x="450000" y="4627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3" name="Google Shape;773;p16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5400000">
              <a:off x="-196560" y="4627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775;p17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2603520" y="566280"/>
            <a:ext cx="3936960" cy="72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714960" y="566280"/>
            <a:ext cx="1859400" cy="40104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body"/>
          </p:nvPr>
        </p:nvSpPr>
        <p:spPr>
          <a:xfrm>
            <a:off x="6569280" y="566280"/>
            <a:ext cx="1859400" cy="40104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body"/>
          </p:nvPr>
        </p:nvSpPr>
        <p:spPr>
          <a:xfrm>
            <a:off x="2982960" y="2206800"/>
            <a:ext cx="3177720" cy="236988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0" name="Google Shape;781;p17"/>
          <p:cNvGrpSpPr/>
          <p:nvPr/>
        </p:nvGrpSpPr>
        <p:grpSpPr>
          <a:xfrm>
            <a:off x="-2948760" y="-288720"/>
            <a:ext cx="3920400" cy="1823760"/>
            <a:chOff x="-2948760" y="-288720"/>
            <a:chExt cx="3920400" cy="1823760"/>
          </a:xfrm>
        </p:grpSpPr>
        <p:grpSp>
          <p:nvGrpSpPr>
            <p:cNvPr id="281" name="Google Shape;782;p17"/>
            <p:cNvGrpSpPr/>
            <p:nvPr/>
          </p:nvGrpSpPr>
          <p:grpSpPr>
            <a:xfrm>
              <a:off x="-2948760" y="95400"/>
              <a:ext cx="3541320" cy="1323720"/>
              <a:chOff x="-2948760" y="95400"/>
              <a:chExt cx="3541320" cy="1323720"/>
            </a:xfrm>
          </p:grpSpPr>
          <p:sp>
            <p:nvSpPr>
              <p:cNvPr id="282" name="Google Shape;783;p17"/>
              <p:cNvSpPr/>
              <p:nvPr/>
            </p:nvSpPr>
            <p:spPr>
              <a:xfrm rot="10800000">
                <a:off x="-876600" y="73008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3" name="Google Shape;784;p17"/>
              <p:cNvSpPr/>
              <p:nvPr/>
            </p:nvSpPr>
            <p:spPr>
              <a:xfrm rot="10800000">
                <a:off x="-1666440" y="73836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4" name="Google Shape;785;p17"/>
              <p:cNvSpPr/>
              <p:nvPr/>
            </p:nvSpPr>
            <p:spPr>
              <a:xfrm rot="10800000">
                <a:off x="-2647440" y="12610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Google Shape;786;p17"/>
              <p:cNvSpPr/>
              <p:nvPr/>
            </p:nvSpPr>
            <p:spPr>
              <a:xfrm rot="10800000">
                <a:off x="-2908080" y="11826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6" name="Google Shape;787;p17"/>
              <p:cNvSpPr/>
              <p:nvPr/>
            </p:nvSpPr>
            <p:spPr>
              <a:xfrm rot="10800000">
                <a:off x="-2948760" y="1767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7" name="Google Shape;788;p17"/>
              <p:cNvSpPr/>
              <p:nvPr/>
            </p:nvSpPr>
            <p:spPr>
              <a:xfrm rot="10800000">
                <a:off x="-1580040" y="22860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8" name="Google Shape;789;p17"/>
              <p:cNvSpPr/>
              <p:nvPr/>
            </p:nvSpPr>
            <p:spPr>
              <a:xfrm rot="10800000">
                <a:off x="-1650960" y="38916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Google Shape;790;p17"/>
              <p:cNvSpPr/>
              <p:nvPr/>
            </p:nvSpPr>
            <p:spPr>
              <a:xfrm rot="10800000">
                <a:off x="-2948760" y="41760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0" name="Google Shape;791;p17"/>
              <p:cNvSpPr/>
              <p:nvPr/>
            </p:nvSpPr>
            <p:spPr>
              <a:xfrm rot="10800000">
                <a:off x="-1608480" y="82872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1" name="Google Shape;792;p17"/>
              <p:cNvSpPr/>
              <p:nvPr/>
            </p:nvSpPr>
            <p:spPr>
              <a:xfrm rot="10800000">
                <a:off x="-550080" y="21312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2" name="Google Shape;793;p17"/>
              <p:cNvSpPr/>
              <p:nvPr/>
            </p:nvSpPr>
            <p:spPr>
              <a:xfrm rot="10800000">
                <a:off x="-1699920" y="11689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3" name="Google Shape;794;p17"/>
              <p:cNvSpPr/>
              <p:nvPr/>
            </p:nvSpPr>
            <p:spPr>
              <a:xfrm rot="10800000">
                <a:off x="346680" y="3873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4" name="Google Shape;795;p17"/>
              <p:cNvSpPr/>
              <p:nvPr/>
            </p:nvSpPr>
            <p:spPr>
              <a:xfrm rot="10800000">
                <a:off x="445320" y="2394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Google Shape;796;p17"/>
              <p:cNvSpPr/>
              <p:nvPr/>
            </p:nvSpPr>
            <p:spPr>
              <a:xfrm rot="10800000">
                <a:off x="-97200" y="4860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Google Shape;797;p17"/>
              <p:cNvSpPr/>
              <p:nvPr/>
            </p:nvSpPr>
            <p:spPr>
              <a:xfrm rot="10800000">
                <a:off x="-549720" y="9464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Google Shape;798;p17"/>
              <p:cNvSpPr/>
              <p:nvPr/>
            </p:nvSpPr>
            <p:spPr>
              <a:xfrm rot="10800000">
                <a:off x="-599040" y="1659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8" name="Google Shape;799;p17"/>
              <p:cNvSpPr/>
              <p:nvPr/>
            </p:nvSpPr>
            <p:spPr>
              <a:xfrm rot="10800000">
                <a:off x="-1692000" y="905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9" name="Google Shape;800;p17"/>
              <p:cNvSpPr/>
              <p:nvPr/>
            </p:nvSpPr>
            <p:spPr>
              <a:xfrm rot="10800000">
                <a:off x="-1198800" y="12258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0" name="Google Shape;801;p17"/>
              <p:cNvSpPr/>
              <p:nvPr/>
            </p:nvSpPr>
            <p:spPr>
              <a:xfrm rot="10800000">
                <a:off x="-664920" y="7905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1" name="Google Shape;802;p17"/>
              <p:cNvSpPr/>
              <p:nvPr/>
            </p:nvSpPr>
            <p:spPr>
              <a:xfrm rot="10800000">
                <a:off x="322560" y="65916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2" name="Google Shape;803;p17"/>
              <p:cNvSpPr/>
              <p:nvPr/>
            </p:nvSpPr>
            <p:spPr>
              <a:xfrm rot="10800000">
                <a:off x="-982080" y="1311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3" name="Google Shape;804;p17"/>
              <p:cNvSpPr/>
              <p:nvPr/>
            </p:nvSpPr>
            <p:spPr>
              <a:xfrm rot="10800000">
                <a:off x="-1037160" y="13305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4" name="Google Shape;805;p17"/>
              <p:cNvSpPr/>
              <p:nvPr/>
            </p:nvSpPr>
            <p:spPr>
              <a:xfrm rot="10800000">
                <a:off x="-646560" y="13338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Google Shape;806;p17"/>
              <p:cNvSpPr/>
              <p:nvPr/>
            </p:nvSpPr>
            <p:spPr>
              <a:xfrm rot="10800000">
                <a:off x="-1367280" y="12549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Google Shape;807;p17"/>
              <p:cNvSpPr/>
              <p:nvPr/>
            </p:nvSpPr>
            <p:spPr>
              <a:xfrm rot="10800000">
                <a:off x="-939600" y="10818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Google Shape;808;p17"/>
              <p:cNvSpPr/>
              <p:nvPr/>
            </p:nvSpPr>
            <p:spPr>
              <a:xfrm rot="10800000">
                <a:off x="227520" y="317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Google Shape;809;p17"/>
              <p:cNvSpPr/>
              <p:nvPr/>
            </p:nvSpPr>
            <p:spPr>
              <a:xfrm rot="10800000">
                <a:off x="507240" y="6958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Google Shape;810;p17"/>
              <p:cNvSpPr/>
              <p:nvPr/>
            </p:nvSpPr>
            <p:spPr>
              <a:xfrm rot="10800000">
                <a:off x="-274320" y="9540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Google Shape;811;p17"/>
              <p:cNvSpPr/>
              <p:nvPr/>
            </p:nvSpPr>
            <p:spPr>
              <a:xfrm rot="10800000">
                <a:off x="-347760" y="153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Google Shape;812;p17"/>
              <p:cNvSpPr/>
              <p:nvPr/>
            </p:nvSpPr>
            <p:spPr>
              <a:xfrm rot="10800000">
                <a:off x="-2534400" y="1312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12" name="Google Shape;813;p17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10800000">
              <a:off x="-205200" y="-288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3" name="Google Shape;814;p17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10800000">
              <a:off x="-1082520" y="358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4" name="Google Shape;815;p17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10800000">
              <a:off x="-1082520" y="-288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15" name="Google Shape;816;p17"/>
          <p:cNvGrpSpPr/>
          <p:nvPr/>
        </p:nvGrpSpPr>
        <p:grpSpPr>
          <a:xfrm>
            <a:off x="8230680" y="3234600"/>
            <a:ext cx="1823400" cy="3920400"/>
            <a:chOff x="8230680" y="3234600"/>
            <a:chExt cx="1823400" cy="3920400"/>
          </a:xfrm>
        </p:grpSpPr>
        <p:grpSp>
          <p:nvGrpSpPr>
            <p:cNvPr id="316" name="Google Shape;817;p17"/>
            <p:cNvGrpSpPr/>
            <p:nvPr/>
          </p:nvGrpSpPr>
          <p:grpSpPr>
            <a:xfrm>
              <a:off x="8614440" y="3613680"/>
              <a:ext cx="1323720" cy="3541320"/>
              <a:chOff x="8614440" y="3613680"/>
              <a:chExt cx="1323720" cy="3541320"/>
            </a:xfrm>
          </p:grpSpPr>
          <p:sp>
            <p:nvSpPr>
              <p:cNvPr id="317" name="Google Shape;818;p17"/>
              <p:cNvSpPr/>
              <p:nvPr/>
            </p:nvSpPr>
            <p:spPr>
              <a:xfrm rot="5400000">
                <a:off x="8850960" y="424080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8" name="Google Shape;819;p17"/>
              <p:cNvSpPr/>
              <p:nvPr/>
            </p:nvSpPr>
            <p:spPr>
              <a:xfrm rot="5400000">
                <a:off x="8403120" y="455004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9" name="Google Shape;820;p17"/>
              <p:cNvSpPr/>
              <p:nvPr/>
            </p:nvSpPr>
            <p:spPr>
              <a:xfrm rot="5400000">
                <a:off x="9082440" y="605376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0" name="Google Shape;821;p17"/>
              <p:cNvSpPr/>
              <p:nvPr/>
            </p:nvSpPr>
            <p:spPr>
              <a:xfrm rot="5400000">
                <a:off x="8991720" y="62730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Google Shape;822;p17"/>
              <p:cNvSpPr/>
              <p:nvPr/>
            </p:nvSpPr>
            <p:spPr>
              <a:xfrm rot="5400000">
                <a:off x="7764840" y="53661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Google Shape;823;p17"/>
              <p:cNvSpPr/>
              <p:nvPr/>
            </p:nvSpPr>
            <p:spPr>
              <a:xfrm rot="5400000">
                <a:off x="8112600" y="438696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3" name="Google Shape;824;p17"/>
              <p:cNvSpPr/>
              <p:nvPr/>
            </p:nvSpPr>
            <p:spPr>
              <a:xfrm rot="5400000">
                <a:off x="8275680" y="458784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4" name="Google Shape;825;p17"/>
              <p:cNvSpPr/>
              <p:nvPr/>
            </p:nvSpPr>
            <p:spPr>
              <a:xfrm rot="5400000">
                <a:off x="7601040" y="517824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5" name="Google Shape;826;p17"/>
              <p:cNvSpPr/>
              <p:nvPr/>
            </p:nvSpPr>
            <p:spPr>
              <a:xfrm rot="5400000">
                <a:off x="8798040" y="495216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Google Shape;827;p17"/>
              <p:cNvSpPr/>
              <p:nvPr/>
            </p:nvSpPr>
            <p:spPr>
              <a:xfrm rot="5400000">
                <a:off x="8661240" y="46040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Google Shape;828;p17"/>
              <p:cNvSpPr/>
              <p:nvPr/>
            </p:nvSpPr>
            <p:spPr>
              <a:xfrm rot="5400000">
                <a:off x="9687960" y="58294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Google Shape;829;p17"/>
              <p:cNvSpPr/>
              <p:nvPr/>
            </p:nvSpPr>
            <p:spPr>
              <a:xfrm rot="5400000">
                <a:off x="8906760" y="37821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9" name="Google Shape;830;p17"/>
              <p:cNvSpPr/>
              <p:nvPr/>
            </p:nvSpPr>
            <p:spPr>
              <a:xfrm rot="5400000">
                <a:off x="8758440" y="36835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0" name="Google Shape;831;p17"/>
              <p:cNvSpPr/>
              <p:nvPr/>
            </p:nvSpPr>
            <p:spPr>
              <a:xfrm rot="5400000">
                <a:off x="9005760" y="42264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Google Shape;832;p17"/>
              <p:cNvSpPr/>
              <p:nvPr/>
            </p:nvSpPr>
            <p:spPr>
              <a:xfrm rot="5400000">
                <a:off x="9465480" y="46785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Google Shape;833;p17"/>
              <p:cNvSpPr/>
              <p:nvPr/>
            </p:nvSpPr>
            <p:spPr>
              <a:xfrm rot="5400000">
                <a:off x="8684640" y="472824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Google Shape;834;p17"/>
              <p:cNvSpPr/>
              <p:nvPr/>
            </p:nvSpPr>
            <p:spPr>
              <a:xfrm rot="5400000">
                <a:off x="9424440" y="58212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Google Shape;835;p17"/>
              <p:cNvSpPr/>
              <p:nvPr/>
            </p:nvSpPr>
            <p:spPr>
              <a:xfrm rot="5400000">
                <a:off x="9745560" y="53280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5" name="Google Shape;836;p17"/>
              <p:cNvSpPr/>
              <p:nvPr/>
            </p:nvSpPr>
            <p:spPr>
              <a:xfrm rot="5400000">
                <a:off x="9309600" y="4793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6" name="Google Shape;837;p17"/>
              <p:cNvSpPr/>
              <p:nvPr/>
            </p:nvSpPr>
            <p:spPr>
              <a:xfrm rot="5400000">
                <a:off x="9178200" y="3807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7" name="Google Shape;838;p17"/>
              <p:cNvSpPr/>
              <p:nvPr/>
            </p:nvSpPr>
            <p:spPr>
              <a:xfrm rot="5400000">
                <a:off x="9671760" y="498744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8" name="Google Shape;839;p17"/>
              <p:cNvSpPr/>
              <p:nvPr/>
            </p:nvSpPr>
            <p:spPr>
              <a:xfrm rot="5400000">
                <a:off x="9849240" y="5166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9" name="Google Shape;840;p17"/>
              <p:cNvSpPr/>
              <p:nvPr/>
            </p:nvSpPr>
            <p:spPr>
              <a:xfrm rot="5400000">
                <a:off x="9852840" y="47671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0" name="Google Shape;841;p17"/>
              <p:cNvSpPr/>
              <p:nvPr/>
            </p:nvSpPr>
            <p:spPr>
              <a:xfrm rot="5400000">
                <a:off x="9774000" y="5487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1" name="Google Shape;842;p17"/>
              <p:cNvSpPr/>
              <p:nvPr/>
            </p:nvSpPr>
            <p:spPr>
              <a:xfrm rot="5400000">
                <a:off x="9601200" y="506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2" name="Google Shape;843;p17"/>
              <p:cNvSpPr/>
              <p:nvPr/>
            </p:nvSpPr>
            <p:spPr>
              <a:xfrm rot="5400000">
                <a:off x="8836920" y="389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3" name="Google Shape;844;p17"/>
              <p:cNvSpPr/>
              <p:nvPr/>
            </p:nvSpPr>
            <p:spPr>
              <a:xfrm rot="5400000">
                <a:off x="9214920" y="3613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4" name="Google Shape;845;p17"/>
              <p:cNvSpPr/>
              <p:nvPr/>
            </p:nvSpPr>
            <p:spPr>
              <a:xfrm rot="5400000">
                <a:off x="8614800" y="439452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5" name="Google Shape;846;p17"/>
              <p:cNvSpPr/>
              <p:nvPr/>
            </p:nvSpPr>
            <p:spPr>
              <a:xfrm rot="5400000">
                <a:off x="8672400" y="4468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Google Shape;847;p17"/>
              <p:cNvSpPr/>
              <p:nvPr/>
            </p:nvSpPr>
            <p:spPr>
              <a:xfrm rot="5400000">
                <a:off x="9831240" y="6655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47" name="Google Shape;848;p17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 rot="5400000">
              <a:off x="8230680" y="3234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8" name="Google Shape;849;p17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 rot="5400000">
              <a:off x="8877240" y="4111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9" name="Google Shape;850;p17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 rot="5400000">
              <a:off x="8230680" y="4111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852;p18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2" name="Google Shape;855;p18"/>
          <p:cNvGrpSpPr/>
          <p:nvPr/>
        </p:nvGrpSpPr>
        <p:grpSpPr>
          <a:xfrm>
            <a:off x="7880760" y="361800"/>
            <a:ext cx="3462480" cy="1572840"/>
            <a:chOff x="7880760" y="361800"/>
            <a:chExt cx="3462480" cy="1572840"/>
          </a:xfrm>
        </p:grpSpPr>
        <p:grpSp>
          <p:nvGrpSpPr>
            <p:cNvPr id="353" name="Google Shape;856;p18"/>
            <p:cNvGrpSpPr/>
            <p:nvPr/>
          </p:nvGrpSpPr>
          <p:grpSpPr>
            <a:xfrm>
              <a:off x="8436960" y="361800"/>
              <a:ext cx="2906280" cy="1177200"/>
              <a:chOff x="8436960" y="361800"/>
              <a:chExt cx="2906280" cy="1177200"/>
            </a:xfrm>
          </p:grpSpPr>
          <p:sp>
            <p:nvSpPr>
              <p:cNvPr id="354" name="Google Shape;857;p18"/>
              <p:cNvSpPr/>
              <p:nvPr/>
            </p:nvSpPr>
            <p:spPr>
              <a:xfrm flipH="1">
                <a:off x="9432360" y="707040"/>
                <a:ext cx="1496520" cy="766080"/>
              </a:xfrm>
              <a:custGeom>
                <a:avLst/>
                <a:gdLst>
                  <a:gd name="textAreaLeft" fmla="*/ -360 w 1496520"/>
                  <a:gd name="textAreaRight" fmla="*/ 149652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5" name="Google Shape;858;p18"/>
              <p:cNvSpPr/>
              <p:nvPr/>
            </p:nvSpPr>
            <p:spPr>
              <a:xfrm flipH="1">
                <a:off x="8513280" y="1225440"/>
                <a:ext cx="618480" cy="238680"/>
              </a:xfrm>
              <a:custGeom>
                <a:avLst/>
                <a:gdLst>
                  <a:gd name="textAreaLeft" fmla="*/ 360 w 618480"/>
                  <a:gd name="textAreaRight" fmla="*/ 61920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Google Shape;859;p18"/>
              <p:cNvSpPr/>
              <p:nvPr/>
            </p:nvSpPr>
            <p:spPr>
              <a:xfrm flipH="1">
                <a:off x="8737920" y="604800"/>
                <a:ext cx="2095920" cy="791280"/>
              </a:xfrm>
              <a:custGeom>
                <a:avLst/>
                <a:gdLst>
                  <a:gd name="textAreaLeft" fmla="*/ 360 w 2095920"/>
                  <a:gd name="textAreaRight" fmla="*/ 209664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7" name="Google Shape;860;p18"/>
              <p:cNvSpPr/>
              <p:nvPr/>
            </p:nvSpPr>
            <p:spPr>
              <a:xfrm flipH="1">
                <a:off x="8937720" y="570960"/>
                <a:ext cx="1969200" cy="658440"/>
              </a:xfrm>
              <a:custGeom>
                <a:avLst/>
                <a:gdLst>
                  <a:gd name="textAreaLeft" fmla="*/ 360 w 1969200"/>
                  <a:gd name="textAreaRight" fmla="*/ 196992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8" name="Google Shape;861;p18"/>
              <p:cNvSpPr/>
              <p:nvPr/>
            </p:nvSpPr>
            <p:spPr>
              <a:xfrm flipH="1">
                <a:off x="8831520" y="536760"/>
                <a:ext cx="2429280" cy="663840"/>
              </a:xfrm>
              <a:custGeom>
                <a:avLst/>
                <a:gdLst>
                  <a:gd name="textAreaLeft" fmla="*/ 360 w 2429280"/>
                  <a:gd name="textAreaRight" fmla="*/ 243000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Google Shape;862;p18"/>
              <p:cNvSpPr/>
              <p:nvPr/>
            </p:nvSpPr>
            <p:spPr>
              <a:xfrm flipH="1">
                <a:off x="9399600" y="426960"/>
                <a:ext cx="916200" cy="330840"/>
              </a:xfrm>
              <a:custGeom>
                <a:avLst/>
                <a:gdLst>
                  <a:gd name="textAreaLeft" fmla="*/ -360 w 916200"/>
                  <a:gd name="textAreaRight" fmla="*/ 91620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Google Shape;863;p18"/>
              <p:cNvSpPr/>
              <p:nvPr/>
            </p:nvSpPr>
            <p:spPr>
              <a:xfrm flipH="1">
                <a:off x="9849960" y="485640"/>
                <a:ext cx="1191240" cy="289080"/>
              </a:xfrm>
              <a:custGeom>
                <a:avLst/>
                <a:gdLst>
                  <a:gd name="textAreaLeft" fmla="*/ -360 w 1191240"/>
                  <a:gd name="textAreaRight" fmla="*/ 119124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Google Shape;864;p18"/>
              <p:cNvSpPr/>
              <p:nvPr/>
            </p:nvSpPr>
            <p:spPr>
              <a:xfrm flipH="1">
                <a:off x="9398880" y="1459440"/>
                <a:ext cx="79560" cy="79560"/>
              </a:xfrm>
              <a:custGeom>
                <a:avLst/>
                <a:gdLst>
                  <a:gd name="textAreaLeft" fmla="*/ -360 w 79560"/>
                  <a:gd name="textAreaRight" fmla="*/ 7956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2" name="Google Shape;865;p18"/>
              <p:cNvSpPr/>
              <p:nvPr/>
            </p:nvSpPr>
            <p:spPr>
              <a:xfrm flipH="1">
                <a:off x="8436960" y="1314360"/>
                <a:ext cx="79920" cy="799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Google Shape;866;p18"/>
              <p:cNvSpPr/>
              <p:nvPr/>
            </p:nvSpPr>
            <p:spPr>
              <a:xfrm flipH="1">
                <a:off x="10872000" y="624600"/>
                <a:ext cx="79560" cy="79200"/>
              </a:xfrm>
              <a:custGeom>
                <a:avLst/>
                <a:gdLst>
                  <a:gd name="textAreaLeft" fmla="*/ -360 w 79560"/>
                  <a:gd name="textAreaRight" fmla="*/ 7956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4" name="Google Shape;867;p18"/>
              <p:cNvSpPr/>
              <p:nvPr/>
            </p:nvSpPr>
            <p:spPr>
              <a:xfrm flipH="1">
                <a:off x="9808200" y="726840"/>
                <a:ext cx="79200" cy="7956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Google Shape;868;p18"/>
              <p:cNvSpPr/>
              <p:nvPr/>
            </p:nvSpPr>
            <p:spPr>
              <a:xfrm flipH="1">
                <a:off x="10301760" y="361800"/>
                <a:ext cx="79920" cy="799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Google Shape;869;p18"/>
              <p:cNvSpPr/>
              <p:nvPr/>
            </p:nvSpPr>
            <p:spPr>
              <a:xfrm flipH="1">
                <a:off x="9229320" y="1050480"/>
                <a:ext cx="79200" cy="7920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Google Shape;870;p18"/>
              <p:cNvSpPr/>
              <p:nvPr/>
            </p:nvSpPr>
            <p:spPr>
              <a:xfrm flipH="1">
                <a:off x="9100440" y="1186920"/>
                <a:ext cx="80280" cy="79560"/>
              </a:xfrm>
              <a:custGeom>
                <a:avLst/>
                <a:gdLst>
                  <a:gd name="textAreaLeft" fmla="*/ -360 w 80280"/>
                  <a:gd name="textAreaRight" fmla="*/ 8028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Google Shape;871;p18"/>
              <p:cNvSpPr/>
              <p:nvPr/>
            </p:nvSpPr>
            <p:spPr>
              <a:xfrm flipH="1">
                <a:off x="8653680" y="12931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Google Shape;872;p18"/>
              <p:cNvSpPr/>
              <p:nvPr/>
            </p:nvSpPr>
            <p:spPr>
              <a:xfrm flipH="1">
                <a:off x="8746920" y="114804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Google Shape;873;p18"/>
              <p:cNvSpPr/>
              <p:nvPr/>
            </p:nvSpPr>
            <p:spPr>
              <a:xfrm flipH="1">
                <a:off x="8875080" y="121608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Google Shape;874;p18"/>
              <p:cNvSpPr/>
              <p:nvPr/>
            </p:nvSpPr>
            <p:spPr>
              <a:xfrm flipH="1">
                <a:off x="9675360" y="5947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2" name="Google Shape;875;p18"/>
              <p:cNvSpPr/>
              <p:nvPr/>
            </p:nvSpPr>
            <p:spPr>
              <a:xfrm flipH="1">
                <a:off x="11254680" y="49644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3" name="Google Shape;876;p18"/>
              <p:cNvSpPr/>
              <p:nvPr/>
            </p:nvSpPr>
            <p:spPr>
              <a:xfrm flipH="1">
                <a:off x="11036880" y="436680"/>
                <a:ext cx="88200" cy="8892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4" name="Google Shape;877;p18"/>
              <p:cNvSpPr/>
              <p:nvPr/>
            </p:nvSpPr>
            <p:spPr>
              <a:xfrm flipH="1">
                <a:off x="10924200" y="7765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75" name="Google Shape;878;p18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880760" y="757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880;p19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9" name="Google Shape;888;p19"/>
          <p:cNvGrpSpPr/>
          <p:nvPr/>
        </p:nvGrpSpPr>
        <p:grpSpPr>
          <a:xfrm>
            <a:off x="-500400" y="3675960"/>
            <a:ext cx="2068200" cy="3228840"/>
            <a:chOff x="-500400" y="3675960"/>
            <a:chExt cx="2068200" cy="3228840"/>
          </a:xfrm>
        </p:grpSpPr>
        <p:grpSp>
          <p:nvGrpSpPr>
            <p:cNvPr id="380" name="Google Shape;889;p19"/>
            <p:cNvGrpSpPr/>
            <p:nvPr/>
          </p:nvGrpSpPr>
          <p:grpSpPr>
            <a:xfrm>
              <a:off x="-500400" y="3842280"/>
              <a:ext cx="1496880" cy="3062520"/>
              <a:chOff x="-500400" y="3842280"/>
              <a:chExt cx="1496880" cy="3062520"/>
            </a:xfrm>
          </p:grpSpPr>
          <p:sp>
            <p:nvSpPr>
              <p:cNvPr id="381" name="Google Shape;890;p19"/>
              <p:cNvSpPr/>
              <p:nvPr/>
            </p:nvSpPr>
            <p:spPr>
              <a:xfrm rot="16200000">
                <a:off x="-36504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Google Shape;891;p19"/>
              <p:cNvSpPr/>
              <p:nvPr/>
            </p:nvSpPr>
            <p:spPr>
              <a:xfrm rot="16200000">
                <a:off x="-195120" y="605844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Google Shape;892;p19"/>
              <p:cNvSpPr/>
              <p:nvPr/>
            </p:nvSpPr>
            <p:spPr>
              <a:xfrm rot="16200000">
                <a:off x="-559800" y="491472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Google Shape;893;p19"/>
              <p:cNvSpPr/>
              <p:nvPr/>
            </p:nvSpPr>
            <p:spPr>
              <a:xfrm rot="16200000">
                <a:off x="-407880" y="485064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Google Shape;894;p19"/>
              <p:cNvSpPr/>
              <p:nvPr/>
            </p:nvSpPr>
            <p:spPr>
              <a:xfrm rot="16200000">
                <a:off x="-590760" y="473364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Google Shape;895;p19"/>
              <p:cNvSpPr/>
              <p:nvPr/>
            </p:nvSpPr>
            <p:spPr>
              <a:xfrm rot="16200000">
                <a:off x="361080" y="506088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Google Shape;896;p19"/>
              <p:cNvSpPr/>
              <p:nvPr/>
            </p:nvSpPr>
            <p:spPr>
              <a:xfrm rot="16200000">
                <a:off x="199440" y="453672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8" name="Google Shape;897;p19"/>
              <p:cNvSpPr/>
              <p:nvPr/>
            </p:nvSpPr>
            <p:spPr>
              <a:xfrm rot="16200000">
                <a:off x="-88920" y="5564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9" name="Google Shape;898;p19"/>
              <p:cNvSpPr/>
              <p:nvPr/>
            </p:nvSpPr>
            <p:spPr>
              <a:xfrm rot="16200000">
                <a:off x="45000" y="645156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Google Shape;899;p19"/>
              <p:cNvSpPr/>
              <p:nvPr/>
            </p:nvSpPr>
            <p:spPr>
              <a:xfrm rot="16200000">
                <a:off x="681120" y="42048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1" name="Google Shape;900;p19"/>
              <p:cNvSpPr/>
              <p:nvPr/>
            </p:nvSpPr>
            <p:spPr>
              <a:xfrm rot="16200000">
                <a:off x="587160" y="51872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2" name="Google Shape;901;p19"/>
              <p:cNvSpPr/>
              <p:nvPr/>
            </p:nvSpPr>
            <p:spPr>
              <a:xfrm rot="16200000">
                <a:off x="923400" y="47311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3" name="Google Shape;902;p19"/>
              <p:cNvSpPr/>
              <p:nvPr/>
            </p:nvSpPr>
            <p:spPr>
              <a:xfrm rot="16200000">
                <a:off x="288360" y="57214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Google Shape;903;p19"/>
              <p:cNvSpPr/>
              <p:nvPr/>
            </p:nvSpPr>
            <p:spPr>
              <a:xfrm rot="16200000">
                <a:off x="162360" y="58392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5" name="Google Shape;904;p19"/>
              <p:cNvSpPr/>
              <p:nvPr/>
            </p:nvSpPr>
            <p:spPr>
              <a:xfrm rot="16200000">
                <a:off x="56520" y="6243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6" name="Google Shape;905;p19"/>
              <p:cNvSpPr/>
              <p:nvPr/>
            </p:nvSpPr>
            <p:spPr>
              <a:xfrm rot="16200000">
                <a:off x="190440" y="6157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Google Shape;906;p19"/>
              <p:cNvSpPr/>
              <p:nvPr/>
            </p:nvSpPr>
            <p:spPr>
              <a:xfrm rot="16200000">
                <a:off x="127440" y="6039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8" name="Google Shape;907;p19"/>
              <p:cNvSpPr/>
              <p:nvPr/>
            </p:nvSpPr>
            <p:spPr>
              <a:xfrm rot="16200000">
                <a:off x="700920" y="5301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9" name="Google Shape;908;p19"/>
              <p:cNvSpPr/>
              <p:nvPr/>
            </p:nvSpPr>
            <p:spPr>
              <a:xfrm rot="16200000">
                <a:off x="791640" y="3842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0" name="Google Shape;909;p19"/>
              <p:cNvSpPr/>
              <p:nvPr/>
            </p:nvSpPr>
            <p:spPr>
              <a:xfrm rot="16200000">
                <a:off x="846000" y="404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Google Shape;910;p19"/>
              <p:cNvSpPr/>
              <p:nvPr/>
            </p:nvSpPr>
            <p:spPr>
              <a:xfrm rot="16200000">
                <a:off x="533160" y="4147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Google Shape;911;p19"/>
              <p:cNvSpPr/>
              <p:nvPr/>
            </p:nvSpPr>
            <p:spPr>
              <a:xfrm rot="16200000">
                <a:off x="-518760" y="547848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Google Shape;912;p19"/>
              <p:cNvSpPr/>
              <p:nvPr/>
            </p:nvSpPr>
            <p:spPr>
              <a:xfrm rot="16200000">
                <a:off x="120960" y="446760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Google Shape;913;p19"/>
              <p:cNvSpPr/>
              <p:nvPr/>
            </p:nvSpPr>
            <p:spPr>
              <a:xfrm rot="16200000">
                <a:off x="-878400" y="510120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Google Shape;914;p19"/>
              <p:cNvSpPr/>
              <p:nvPr/>
            </p:nvSpPr>
            <p:spPr>
              <a:xfrm rot="16200000">
                <a:off x="-911880" y="528876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6" name="Google Shape;915;p19"/>
              <p:cNvSpPr/>
              <p:nvPr/>
            </p:nvSpPr>
            <p:spPr>
              <a:xfrm rot="16200000">
                <a:off x="-1153440" y="54000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7" name="Google Shape;916;p19"/>
              <p:cNvSpPr/>
              <p:nvPr/>
            </p:nvSpPr>
            <p:spPr>
              <a:xfrm rot="16200000">
                <a:off x="-710640" y="538092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8" name="Google Shape;917;p19"/>
              <p:cNvSpPr/>
              <p:nvPr/>
            </p:nvSpPr>
            <p:spPr>
              <a:xfrm rot="16200000">
                <a:off x="-802440" y="594288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9" name="Google Shape;918;p19"/>
              <p:cNvSpPr/>
              <p:nvPr/>
            </p:nvSpPr>
            <p:spPr>
              <a:xfrm rot="16200000">
                <a:off x="511200" y="51105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0" name="Google Shape;919;p19"/>
              <p:cNvSpPr/>
              <p:nvPr/>
            </p:nvSpPr>
            <p:spPr>
              <a:xfrm rot="16200000">
                <a:off x="378000" y="422244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1" name="Google Shape;920;p19"/>
              <p:cNvSpPr/>
              <p:nvPr/>
            </p:nvSpPr>
            <p:spPr>
              <a:xfrm rot="16200000">
                <a:off x="-258480" y="64702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2" name="Google Shape;921;p19"/>
              <p:cNvSpPr/>
              <p:nvPr/>
            </p:nvSpPr>
            <p:spPr>
              <a:xfrm rot="16200000">
                <a:off x="-164520" y="54878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3" name="Google Shape;922;p19"/>
              <p:cNvSpPr/>
              <p:nvPr/>
            </p:nvSpPr>
            <p:spPr>
              <a:xfrm rot="16200000">
                <a:off x="-500760" y="594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4" name="Google Shape;923;p19"/>
              <p:cNvSpPr/>
              <p:nvPr/>
            </p:nvSpPr>
            <p:spPr>
              <a:xfrm rot="16200000">
                <a:off x="133920" y="495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5" name="Google Shape;924;p19"/>
              <p:cNvSpPr/>
              <p:nvPr/>
            </p:nvSpPr>
            <p:spPr>
              <a:xfrm rot="16200000">
                <a:off x="260280" y="4835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6" name="Google Shape;925;p19"/>
              <p:cNvSpPr/>
              <p:nvPr/>
            </p:nvSpPr>
            <p:spPr>
              <a:xfrm rot="16200000">
                <a:off x="358200" y="44226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Google Shape;926;p19"/>
              <p:cNvSpPr/>
              <p:nvPr/>
            </p:nvSpPr>
            <p:spPr>
              <a:xfrm rot="16200000">
                <a:off x="224640" y="4509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Google Shape;927;p19"/>
              <p:cNvSpPr/>
              <p:nvPr/>
            </p:nvSpPr>
            <p:spPr>
              <a:xfrm rot="16200000">
                <a:off x="287640" y="46263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Google Shape;928;p19"/>
              <p:cNvSpPr/>
              <p:nvPr/>
            </p:nvSpPr>
            <p:spPr>
              <a:xfrm rot="16200000">
                <a:off x="-286200" y="5365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Google Shape;929;p19"/>
              <p:cNvSpPr/>
              <p:nvPr/>
            </p:nvSpPr>
            <p:spPr>
              <a:xfrm rot="16200000">
                <a:off x="-376560" y="6823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Google Shape;930;p19"/>
              <p:cNvSpPr/>
              <p:nvPr/>
            </p:nvSpPr>
            <p:spPr>
              <a:xfrm rot="16200000">
                <a:off x="-431280" y="66225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Google Shape;931;p19"/>
              <p:cNvSpPr/>
              <p:nvPr/>
            </p:nvSpPr>
            <p:spPr>
              <a:xfrm rot="16200000">
                <a:off x="-118080" y="65181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423" name="Google Shape;932;p1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390960" y="4166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24" name="Google Shape;933;p1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180360" y="3675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425" name="Google Shape;934;p19"/>
          <p:cNvGrpSpPr/>
          <p:nvPr/>
        </p:nvGrpSpPr>
        <p:grpSpPr>
          <a:xfrm>
            <a:off x="7605720" y="-1910520"/>
            <a:ext cx="2140200" cy="3377160"/>
            <a:chOff x="7605720" y="-1910520"/>
            <a:chExt cx="2140200" cy="3377160"/>
          </a:xfrm>
        </p:grpSpPr>
        <p:grpSp>
          <p:nvGrpSpPr>
            <p:cNvPr id="426" name="Google Shape;935;p19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427" name="Google Shape;936;p19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Google Shape;937;p19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9" name="Google Shape;938;p19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0" name="Google Shape;939;p19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Google Shape;940;p19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2" name="Google Shape;941;p19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3" name="Google Shape;942;p19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4" name="Google Shape;943;p19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Google Shape;944;p19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6" name="Google Shape;945;p19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Google Shape;946;p19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Google Shape;947;p19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Google Shape;948;p19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Google Shape;949;p19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1" name="Google Shape;950;p19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2" name="Google Shape;951;p19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3" name="Google Shape;952;p19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4" name="Google Shape;953;p19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5" name="Google Shape;954;p19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6" name="Google Shape;955;p19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7" name="Google Shape;956;p19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8" name="Google Shape;957;p19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9" name="Google Shape;958;p19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0" name="Google Shape;959;p19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1" name="Google Shape;960;p19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Google Shape;961;p19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Google Shape;962;p19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Google Shape;963;p19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Google Shape;964;p19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Google Shape;965;p19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Google Shape;966;p19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Google Shape;967;p19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Google Shape;968;p19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Google Shape;969;p19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Google Shape;970;p19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Google Shape;971;p19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3" name="Google Shape;972;p19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4" name="Google Shape;973;p19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Google Shape;974;p19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Google Shape;975;p19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Google Shape;976;p19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8" name="Google Shape;977;p19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469" name="Google Shape;978;p1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605720" y="-275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70" name="Google Shape;979;p1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200440" y="289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981;p20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74" name="Google Shape;991;p20"/>
          <p:cNvGrpSpPr/>
          <p:nvPr/>
        </p:nvGrpSpPr>
        <p:grpSpPr>
          <a:xfrm>
            <a:off x="-1776960" y="2034720"/>
            <a:ext cx="3039840" cy="1756800"/>
            <a:chOff x="-1776960" y="2034720"/>
            <a:chExt cx="3039840" cy="1756800"/>
          </a:xfrm>
        </p:grpSpPr>
        <p:grpSp>
          <p:nvGrpSpPr>
            <p:cNvPr id="475" name="Google Shape;992;p20"/>
            <p:cNvGrpSpPr/>
            <p:nvPr/>
          </p:nvGrpSpPr>
          <p:grpSpPr>
            <a:xfrm>
              <a:off x="-1776960" y="2034720"/>
              <a:ext cx="2590200" cy="1756800"/>
              <a:chOff x="-1776960" y="2034720"/>
              <a:chExt cx="2590200" cy="1756800"/>
            </a:xfrm>
          </p:grpSpPr>
          <p:sp>
            <p:nvSpPr>
              <p:cNvPr id="476" name="Google Shape;993;p20"/>
              <p:cNvSpPr/>
              <p:nvPr/>
            </p:nvSpPr>
            <p:spPr>
              <a:xfrm flipH="1">
                <a:off x="-1777320" y="2960280"/>
                <a:ext cx="2161080" cy="831240"/>
              </a:xfrm>
              <a:custGeom>
                <a:avLst/>
                <a:gdLst>
                  <a:gd name="textAreaLeft" fmla="*/ 360 w 2161080"/>
                  <a:gd name="textAreaRight" fmla="*/ 2161800 w 2161080"/>
                  <a:gd name="textAreaTop" fmla="*/ 0 h 831240"/>
                  <a:gd name="textAreaBottom" fmla="*/ 831600 h 8312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Google Shape;994;p20"/>
              <p:cNvSpPr/>
              <p:nvPr/>
            </p:nvSpPr>
            <p:spPr>
              <a:xfrm flipH="1">
                <a:off x="-1777320" y="2820240"/>
                <a:ext cx="2431080" cy="873360"/>
              </a:xfrm>
              <a:custGeom>
                <a:avLst/>
                <a:gdLst>
                  <a:gd name="textAreaLeft" fmla="*/ 360 w 2431080"/>
                  <a:gd name="textAreaRight" fmla="*/ 2431800 w 2431080"/>
                  <a:gd name="textAreaTop" fmla="*/ 0 h 873360"/>
                  <a:gd name="textAreaBottom" fmla="*/ 873720 h 8733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Google Shape;995;p20"/>
              <p:cNvSpPr/>
              <p:nvPr/>
            </p:nvSpPr>
            <p:spPr>
              <a:xfrm flipH="1">
                <a:off x="-1777320" y="2775240"/>
                <a:ext cx="2515320" cy="880560"/>
              </a:xfrm>
              <a:custGeom>
                <a:avLst/>
                <a:gdLst>
                  <a:gd name="textAreaLeft" fmla="*/ 360 w 2515320"/>
                  <a:gd name="textAreaRight" fmla="*/ 2516040 w 2515320"/>
                  <a:gd name="textAreaTop" fmla="*/ 0 h 880560"/>
                  <a:gd name="textAreaBottom" fmla="*/ 880920 h 88056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Google Shape;996;p20"/>
              <p:cNvSpPr/>
              <p:nvPr/>
            </p:nvSpPr>
            <p:spPr>
              <a:xfrm flipH="1">
                <a:off x="-1776600" y="2715120"/>
                <a:ext cx="2183760" cy="910800"/>
              </a:xfrm>
              <a:custGeom>
                <a:avLst/>
                <a:gdLst>
                  <a:gd name="textAreaLeft" fmla="*/ -360 w 2183760"/>
                  <a:gd name="textAreaRight" fmla="*/ 2183760 w 2183760"/>
                  <a:gd name="textAreaTop" fmla="*/ 0 h 910800"/>
                  <a:gd name="textAreaBottom" fmla="*/ 911160 h 91080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0" name="Google Shape;997;p20"/>
              <p:cNvSpPr/>
              <p:nvPr/>
            </p:nvSpPr>
            <p:spPr>
              <a:xfrm flipH="1">
                <a:off x="-1776600" y="2654640"/>
                <a:ext cx="2343600" cy="933480"/>
              </a:xfrm>
              <a:custGeom>
                <a:avLst/>
                <a:gdLst>
                  <a:gd name="textAreaLeft" fmla="*/ -360 w 2343600"/>
                  <a:gd name="textAreaRight" fmla="*/ 2343600 w 2343600"/>
                  <a:gd name="textAreaTop" fmla="*/ 0 h 933480"/>
                  <a:gd name="textAreaBottom" fmla="*/ 933840 h 9334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1" name="Google Shape;998;p20"/>
              <p:cNvSpPr/>
              <p:nvPr/>
            </p:nvSpPr>
            <p:spPr>
              <a:xfrm flipH="1">
                <a:off x="-1777320" y="2588400"/>
                <a:ext cx="1987560" cy="969840"/>
              </a:xfrm>
              <a:custGeom>
                <a:avLst/>
                <a:gdLst>
                  <a:gd name="textAreaLeft" fmla="*/ 360 w 1987560"/>
                  <a:gd name="textAreaRight" fmla="*/ 1988280 w 1987560"/>
                  <a:gd name="textAreaTop" fmla="*/ 0 h 969840"/>
                  <a:gd name="textAreaBottom" fmla="*/ 970200 h 96984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2" name="Google Shape;999;p20"/>
              <p:cNvSpPr/>
              <p:nvPr/>
            </p:nvSpPr>
            <p:spPr>
              <a:xfrm flipH="1">
                <a:off x="-1776600" y="2421000"/>
                <a:ext cx="2243520" cy="1099440"/>
              </a:xfrm>
              <a:custGeom>
                <a:avLst/>
                <a:gdLst>
                  <a:gd name="textAreaLeft" fmla="*/ -360 w 2243520"/>
                  <a:gd name="textAreaRight" fmla="*/ 2243520 w 2243520"/>
                  <a:gd name="textAreaTop" fmla="*/ 0 h 1099440"/>
                  <a:gd name="textAreaBottom" fmla="*/ 1099800 h 109944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Google Shape;1000;p20"/>
              <p:cNvSpPr/>
              <p:nvPr/>
            </p:nvSpPr>
            <p:spPr>
              <a:xfrm flipH="1">
                <a:off x="-1776600" y="2390760"/>
                <a:ext cx="2387520" cy="1092240"/>
              </a:xfrm>
              <a:custGeom>
                <a:avLst/>
                <a:gdLst>
                  <a:gd name="textAreaLeft" fmla="*/ -360 w 2387520"/>
                  <a:gd name="textAreaRight" fmla="*/ 2387520 w 2387520"/>
                  <a:gd name="textAreaTop" fmla="*/ 0 h 1092240"/>
                  <a:gd name="textAreaBottom" fmla="*/ 1092600 h 109224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Google Shape;1001;p20"/>
              <p:cNvSpPr/>
              <p:nvPr/>
            </p:nvSpPr>
            <p:spPr>
              <a:xfrm flipH="1">
                <a:off x="-1777320" y="3169080"/>
                <a:ext cx="1576440" cy="253440"/>
              </a:xfrm>
              <a:custGeom>
                <a:avLst/>
                <a:gdLst>
                  <a:gd name="textAreaLeft" fmla="*/ 360 w 1576440"/>
                  <a:gd name="textAreaRight" fmla="*/ 1577160 w 1576440"/>
                  <a:gd name="textAreaTop" fmla="*/ 0 h 253440"/>
                  <a:gd name="textAreaBottom" fmla="*/ 253800 h 25344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Google Shape;1002;p20"/>
              <p:cNvSpPr/>
              <p:nvPr/>
            </p:nvSpPr>
            <p:spPr>
              <a:xfrm flipH="1">
                <a:off x="-1776600" y="2179800"/>
                <a:ext cx="1845360" cy="1144440"/>
              </a:xfrm>
              <a:custGeom>
                <a:avLst/>
                <a:gdLst>
                  <a:gd name="textAreaLeft" fmla="*/ -360 w 1845360"/>
                  <a:gd name="textAreaRight" fmla="*/ 1845360 w 1845360"/>
                  <a:gd name="textAreaTop" fmla="*/ 0 h 1144440"/>
                  <a:gd name="textAreaBottom" fmla="*/ 1144800 h 114444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Google Shape;1003;p20"/>
              <p:cNvSpPr/>
              <p:nvPr/>
            </p:nvSpPr>
            <p:spPr>
              <a:xfrm flipH="1">
                <a:off x="-1777320" y="2380680"/>
                <a:ext cx="1701720" cy="921600"/>
              </a:xfrm>
              <a:custGeom>
                <a:avLst/>
                <a:gdLst>
                  <a:gd name="textAreaLeft" fmla="*/ 360 w 1701720"/>
                  <a:gd name="textAreaRight" fmla="*/ 1702440 w 1701720"/>
                  <a:gd name="textAreaTop" fmla="*/ 0 h 921600"/>
                  <a:gd name="textAreaBottom" fmla="*/ 921960 h 92160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7" name="Google Shape;1004;p20"/>
              <p:cNvSpPr/>
              <p:nvPr/>
            </p:nvSpPr>
            <p:spPr>
              <a:xfrm flipH="1">
                <a:off x="-1777320" y="2223720"/>
                <a:ext cx="1713240" cy="1040400"/>
              </a:xfrm>
              <a:custGeom>
                <a:avLst/>
                <a:gdLst>
                  <a:gd name="textAreaLeft" fmla="*/ 360 w 1713240"/>
                  <a:gd name="textAreaRight" fmla="*/ 1713960 w 1713240"/>
                  <a:gd name="textAreaTop" fmla="*/ 0 h 1040400"/>
                  <a:gd name="textAreaBottom" fmla="*/ 1040760 h 104040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8" name="Google Shape;1005;p20"/>
              <p:cNvSpPr/>
              <p:nvPr/>
            </p:nvSpPr>
            <p:spPr>
              <a:xfrm flipH="1">
                <a:off x="-1777320" y="2074320"/>
                <a:ext cx="2153880" cy="1107000"/>
              </a:xfrm>
              <a:custGeom>
                <a:avLst/>
                <a:gdLst>
                  <a:gd name="textAreaLeft" fmla="*/ 360 w 2153880"/>
                  <a:gd name="textAreaRight" fmla="*/ 2154600 w 2153880"/>
                  <a:gd name="textAreaTop" fmla="*/ 0 h 1107000"/>
                  <a:gd name="textAreaBottom" fmla="*/ 1107360 h 110700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9" name="Google Shape;1006;p20"/>
              <p:cNvSpPr/>
              <p:nvPr/>
            </p:nvSpPr>
            <p:spPr>
              <a:xfrm flipH="1">
                <a:off x="625680" y="28753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0" name="Google Shape;1007;p20"/>
              <p:cNvSpPr/>
              <p:nvPr/>
            </p:nvSpPr>
            <p:spPr>
              <a:xfrm flipH="1">
                <a:off x="30240" y="21297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1" name="Google Shape;1008;p20"/>
              <p:cNvSpPr/>
              <p:nvPr/>
            </p:nvSpPr>
            <p:spPr>
              <a:xfrm flipH="1">
                <a:off x="-112680" y="2205360"/>
                <a:ext cx="70200" cy="70200"/>
              </a:xfrm>
              <a:custGeom>
                <a:avLst/>
                <a:gdLst>
                  <a:gd name="textAreaLeft" fmla="*/ 360 w 70200"/>
                  <a:gd name="textAreaRight" fmla="*/ 7092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2" name="Google Shape;1009;p20"/>
              <p:cNvSpPr/>
              <p:nvPr/>
            </p:nvSpPr>
            <p:spPr>
              <a:xfrm flipH="1">
                <a:off x="362160" y="29131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Google Shape;1010;p20"/>
              <p:cNvSpPr/>
              <p:nvPr/>
            </p:nvSpPr>
            <p:spPr>
              <a:xfrm flipH="1">
                <a:off x="-225720" y="3124080"/>
                <a:ext cx="70920" cy="70200"/>
              </a:xfrm>
              <a:custGeom>
                <a:avLst/>
                <a:gdLst>
                  <a:gd name="textAreaLeft" fmla="*/ 360 w 70920"/>
                  <a:gd name="textAreaRight" fmla="*/ 7164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Google Shape;1011;p20"/>
              <p:cNvSpPr/>
              <p:nvPr/>
            </p:nvSpPr>
            <p:spPr>
              <a:xfrm flipH="1">
                <a:off x="734760" y="27352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Google Shape;1012;p20"/>
              <p:cNvSpPr/>
              <p:nvPr/>
            </p:nvSpPr>
            <p:spPr>
              <a:xfrm flipH="1">
                <a:off x="606960" y="2448720"/>
                <a:ext cx="78120" cy="7848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Google Shape;1013;p20"/>
              <p:cNvSpPr/>
              <p:nvPr/>
            </p:nvSpPr>
            <p:spPr>
              <a:xfrm flipH="1">
                <a:off x="448560" y="25394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Google Shape;1014;p20"/>
              <p:cNvSpPr/>
              <p:nvPr/>
            </p:nvSpPr>
            <p:spPr>
              <a:xfrm flipH="1">
                <a:off x="192240" y="25246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Google Shape;1015;p20"/>
              <p:cNvSpPr/>
              <p:nvPr/>
            </p:nvSpPr>
            <p:spPr>
              <a:xfrm flipH="1">
                <a:off x="561600" y="26150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9" name="Google Shape;1016;p20"/>
              <p:cNvSpPr/>
              <p:nvPr/>
            </p:nvSpPr>
            <p:spPr>
              <a:xfrm flipH="1">
                <a:off x="403200" y="26751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Google Shape;1017;p20"/>
              <p:cNvSpPr/>
              <p:nvPr/>
            </p:nvSpPr>
            <p:spPr>
              <a:xfrm flipH="1">
                <a:off x="-116280" y="2305800"/>
                <a:ext cx="78120" cy="78120"/>
              </a:xfrm>
              <a:custGeom>
                <a:avLst/>
                <a:gdLst>
                  <a:gd name="textAreaLeft" fmla="*/ 360 w 78120"/>
                  <a:gd name="textAreaRight" fmla="*/ 7884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1" name="Google Shape;1018;p20"/>
              <p:cNvSpPr/>
              <p:nvPr/>
            </p:nvSpPr>
            <p:spPr>
              <a:xfrm flipH="1">
                <a:off x="372960" y="20347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502" name="Google Shape;1019;p20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86040" y="2324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503" name="Google Shape;1020;p20"/>
          <p:cNvGrpSpPr/>
          <p:nvPr/>
        </p:nvGrpSpPr>
        <p:grpSpPr>
          <a:xfrm>
            <a:off x="3676680" y="3753000"/>
            <a:ext cx="1626480" cy="3154320"/>
            <a:chOff x="3676680" y="3753000"/>
            <a:chExt cx="1626480" cy="3154320"/>
          </a:xfrm>
        </p:grpSpPr>
        <p:grpSp>
          <p:nvGrpSpPr>
            <p:cNvPr id="504" name="Google Shape;1021;p20"/>
            <p:cNvGrpSpPr/>
            <p:nvPr/>
          </p:nvGrpSpPr>
          <p:grpSpPr>
            <a:xfrm>
              <a:off x="4262040" y="4335840"/>
              <a:ext cx="1041120" cy="2571480"/>
              <a:chOff x="4262040" y="4335840"/>
              <a:chExt cx="1041120" cy="2571480"/>
            </a:xfrm>
          </p:grpSpPr>
          <p:sp>
            <p:nvSpPr>
              <p:cNvPr id="505" name="Google Shape;1022;p20"/>
              <p:cNvSpPr/>
              <p:nvPr/>
            </p:nvSpPr>
            <p:spPr>
              <a:xfrm flipH="1">
                <a:off x="4321080" y="521820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6" name="Google Shape;1023;p20"/>
              <p:cNvSpPr/>
              <p:nvPr/>
            </p:nvSpPr>
            <p:spPr>
              <a:xfrm flipH="1">
                <a:off x="4328280" y="440460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7" name="Google Shape;1024;p20"/>
              <p:cNvSpPr/>
              <p:nvPr/>
            </p:nvSpPr>
            <p:spPr>
              <a:xfrm flipH="1">
                <a:off x="4388400" y="460296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Google Shape;1025;p20"/>
              <p:cNvSpPr/>
              <p:nvPr/>
            </p:nvSpPr>
            <p:spPr>
              <a:xfrm flipH="1">
                <a:off x="4535280" y="477864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9" name="Google Shape;1026;p20"/>
              <p:cNvSpPr/>
              <p:nvPr/>
            </p:nvSpPr>
            <p:spPr>
              <a:xfrm flipH="1">
                <a:off x="4561200" y="468540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Google Shape;1027;p20"/>
              <p:cNvSpPr/>
              <p:nvPr/>
            </p:nvSpPr>
            <p:spPr>
              <a:xfrm flipH="1">
                <a:off x="4952880" y="518796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Google Shape;1028;p20"/>
              <p:cNvSpPr/>
              <p:nvPr/>
            </p:nvSpPr>
            <p:spPr>
              <a:xfrm flipH="1">
                <a:off x="4938480" y="558684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Google Shape;1029;p20"/>
              <p:cNvSpPr/>
              <p:nvPr/>
            </p:nvSpPr>
            <p:spPr>
              <a:xfrm flipH="1">
                <a:off x="4261680" y="51872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3" name="Google Shape;1030;p20"/>
              <p:cNvSpPr/>
              <p:nvPr/>
            </p:nvSpPr>
            <p:spPr>
              <a:xfrm flipH="1">
                <a:off x="4390200" y="433584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Google Shape;1031;p20"/>
              <p:cNvSpPr/>
              <p:nvPr/>
            </p:nvSpPr>
            <p:spPr>
              <a:xfrm flipH="1">
                <a:off x="5000040" y="64900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Google Shape;1032;p20"/>
              <p:cNvSpPr/>
              <p:nvPr/>
            </p:nvSpPr>
            <p:spPr>
              <a:xfrm flipH="1">
                <a:off x="4909680" y="55486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Google Shape;1033;p20"/>
              <p:cNvSpPr/>
              <p:nvPr/>
            </p:nvSpPr>
            <p:spPr>
              <a:xfrm flipH="1">
                <a:off x="5232600" y="59857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Google Shape;1034;p20"/>
              <p:cNvSpPr/>
              <p:nvPr/>
            </p:nvSpPr>
            <p:spPr>
              <a:xfrm flipH="1">
                <a:off x="4623480" y="50367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8" name="Google Shape;1035;p20"/>
              <p:cNvSpPr/>
              <p:nvPr/>
            </p:nvSpPr>
            <p:spPr>
              <a:xfrm flipH="1">
                <a:off x="4502880" y="49233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9" name="Google Shape;1036;p20"/>
              <p:cNvSpPr/>
              <p:nvPr/>
            </p:nvSpPr>
            <p:spPr>
              <a:xfrm flipH="1">
                <a:off x="4401720" y="45280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0" name="Google Shape;1037;p20"/>
              <p:cNvSpPr/>
              <p:nvPr/>
            </p:nvSpPr>
            <p:spPr>
              <a:xfrm flipH="1">
                <a:off x="4529520" y="46105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1" name="Google Shape;1038;p20"/>
              <p:cNvSpPr/>
              <p:nvPr/>
            </p:nvSpPr>
            <p:spPr>
              <a:xfrm flipH="1">
                <a:off x="4469040" y="47239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2" name="Google Shape;1039;p20"/>
              <p:cNvSpPr/>
              <p:nvPr/>
            </p:nvSpPr>
            <p:spPr>
              <a:xfrm flipH="1">
                <a:off x="5019120" y="54320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3" name="Google Shape;1040;p20"/>
              <p:cNvSpPr/>
              <p:nvPr/>
            </p:nvSpPr>
            <p:spPr>
              <a:xfrm flipH="1">
                <a:off x="5106240" y="682920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4" name="Google Shape;1041;p20"/>
              <p:cNvSpPr/>
              <p:nvPr/>
            </p:nvSpPr>
            <p:spPr>
              <a:xfrm flipH="1">
                <a:off x="5158440" y="66362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5" name="Google Shape;1042;p20"/>
              <p:cNvSpPr/>
              <p:nvPr/>
            </p:nvSpPr>
            <p:spPr>
              <a:xfrm flipH="1">
                <a:off x="4857840" y="65368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526" name="Google Shape;1043;p20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3676680" y="4647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27" name="Google Shape;1044;p20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3819960" y="3753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9" name="Google Shape;13;p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title"/>
          </p:nvPr>
        </p:nvSpPr>
        <p:spPr>
          <a:xfrm>
            <a:off x="2475360" y="1291320"/>
            <a:ext cx="107964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body"/>
          </p:nvPr>
        </p:nvSpPr>
        <p:spPr>
          <a:xfrm>
            <a:off x="5406480" y="694800"/>
            <a:ext cx="2603880" cy="375336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3" name="Google Shape;17;p3"/>
          <p:cNvGrpSpPr/>
          <p:nvPr/>
        </p:nvGrpSpPr>
        <p:grpSpPr>
          <a:xfrm>
            <a:off x="8161920" y="75600"/>
            <a:ext cx="3751200" cy="1476720"/>
            <a:chOff x="8161920" y="75600"/>
            <a:chExt cx="3751200" cy="1476720"/>
          </a:xfrm>
        </p:grpSpPr>
        <p:grpSp>
          <p:nvGrpSpPr>
            <p:cNvPr id="534" name="Google Shape;18;p3"/>
            <p:cNvGrpSpPr/>
            <p:nvPr/>
          </p:nvGrpSpPr>
          <p:grpSpPr>
            <a:xfrm>
              <a:off x="8371800" y="75600"/>
              <a:ext cx="3541320" cy="1323720"/>
              <a:chOff x="8371800" y="75600"/>
              <a:chExt cx="3541320" cy="1323720"/>
            </a:xfrm>
          </p:grpSpPr>
          <p:sp>
            <p:nvSpPr>
              <p:cNvPr id="535" name="Google Shape;19;p3"/>
              <p:cNvSpPr/>
              <p:nvPr/>
            </p:nvSpPr>
            <p:spPr>
              <a:xfrm>
                <a:off x="8600760" y="320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Google Shape;20;p3"/>
              <p:cNvSpPr/>
              <p:nvPr/>
            </p:nvSpPr>
            <p:spPr>
              <a:xfrm>
                <a:off x="8453520" y="288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Google Shape;21;p3"/>
              <p:cNvSpPr/>
              <p:nvPr/>
            </p:nvSpPr>
            <p:spPr>
              <a:xfrm>
                <a:off x="10114920" y="131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Google Shape;22;p3"/>
              <p:cNvSpPr/>
              <p:nvPr/>
            </p:nvSpPr>
            <p:spPr>
              <a:xfrm>
                <a:off x="10321200" y="180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Google Shape;23;p3"/>
              <p:cNvSpPr/>
              <p:nvPr/>
            </p:nvSpPr>
            <p:spPr>
              <a:xfrm>
                <a:off x="9192600" y="460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0" name="Google Shape;24;p3"/>
              <p:cNvSpPr/>
              <p:nvPr/>
            </p:nvSpPr>
            <p:spPr>
              <a:xfrm>
                <a:off x="8510040" y="501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1" name="Google Shape;25;p3"/>
              <p:cNvSpPr/>
              <p:nvPr/>
            </p:nvSpPr>
            <p:spPr>
              <a:xfrm>
                <a:off x="8713440" y="468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Google Shape;26;p3"/>
              <p:cNvSpPr/>
              <p:nvPr/>
            </p:nvSpPr>
            <p:spPr>
              <a:xfrm>
                <a:off x="8600760" y="435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Google Shape;27;p3"/>
              <p:cNvSpPr/>
              <p:nvPr/>
            </p:nvSpPr>
            <p:spPr>
              <a:xfrm>
                <a:off x="9160560" y="353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4" name="Google Shape;28;p3"/>
              <p:cNvSpPr/>
              <p:nvPr/>
            </p:nvSpPr>
            <p:spPr>
              <a:xfrm>
                <a:off x="9291240" y="1200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5" name="Google Shape;29;p3"/>
              <p:cNvSpPr/>
              <p:nvPr/>
            </p:nvSpPr>
            <p:spPr>
              <a:xfrm>
                <a:off x="10587600" y="249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Google Shape;30;p3"/>
              <p:cNvSpPr/>
              <p:nvPr/>
            </p:nvSpPr>
            <p:spPr>
              <a:xfrm>
                <a:off x="8540280" y="1029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7" name="Google Shape;31;p3"/>
              <p:cNvSpPr/>
              <p:nvPr/>
            </p:nvSpPr>
            <p:spPr>
              <a:xfrm>
                <a:off x="8441640" y="1177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Google Shape;32;p3"/>
              <p:cNvSpPr/>
              <p:nvPr/>
            </p:nvSpPr>
            <p:spPr>
              <a:xfrm>
                <a:off x="8984880" y="931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Google Shape;33;p3"/>
              <p:cNvSpPr/>
              <p:nvPr/>
            </p:nvSpPr>
            <p:spPr>
              <a:xfrm>
                <a:off x="9436680" y="470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Google Shape;34;p3"/>
              <p:cNvSpPr/>
              <p:nvPr/>
            </p:nvSpPr>
            <p:spPr>
              <a:xfrm>
                <a:off x="9486000" y="1252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Google Shape;35;p3"/>
              <p:cNvSpPr/>
              <p:nvPr/>
            </p:nvSpPr>
            <p:spPr>
              <a:xfrm>
                <a:off x="10578960" y="512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Google Shape;36;p3"/>
              <p:cNvSpPr/>
              <p:nvPr/>
            </p:nvSpPr>
            <p:spPr>
              <a:xfrm>
                <a:off x="10086480" y="191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3" name="Google Shape;37;p3"/>
              <p:cNvSpPr/>
              <p:nvPr/>
            </p:nvSpPr>
            <p:spPr>
              <a:xfrm>
                <a:off x="9551880" y="627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Google Shape;38;p3"/>
              <p:cNvSpPr/>
              <p:nvPr/>
            </p:nvSpPr>
            <p:spPr>
              <a:xfrm>
                <a:off x="8565480" y="758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Google Shape;39;p3"/>
              <p:cNvSpPr/>
              <p:nvPr/>
            </p:nvSpPr>
            <p:spPr>
              <a:xfrm>
                <a:off x="9586800" y="14112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Google Shape;40;p3"/>
              <p:cNvSpPr/>
              <p:nvPr/>
            </p:nvSpPr>
            <p:spPr>
              <a:xfrm>
                <a:off x="9924120" y="87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7" name="Google Shape;41;p3"/>
              <p:cNvSpPr/>
              <p:nvPr/>
            </p:nvSpPr>
            <p:spPr>
              <a:xfrm>
                <a:off x="9525600" y="75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Google Shape;42;p3"/>
              <p:cNvSpPr/>
              <p:nvPr/>
            </p:nvSpPr>
            <p:spPr>
              <a:xfrm>
                <a:off x="10246320" y="154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9" name="Google Shape;43;p3"/>
              <p:cNvSpPr/>
              <p:nvPr/>
            </p:nvSpPr>
            <p:spPr>
              <a:xfrm>
                <a:off x="9819000" y="327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0" name="Google Shape;44;p3"/>
              <p:cNvSpPr/>
              <p:nvPr/>
            </p:nvSpPr>
            <p:spPr>
              <a:xfrm>
                <a:off x="8651520" y="1091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1" name="Google Shape;45;p3"/>
              <p:cNvSpPr/>
              <p:nvPr/>
            </p:nvSpPr>
            <p:spPr>
              <a:xfrm>
                <a:off x="8371800" y="713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Google Shape;46;p3"/>
              <p:cNvSpPr/>
              <p:nvPr/>
            </p:nvSpPr>
            <p:spPr>
              <a:xfrm>
                <a:off x="9153360" y="1313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3" name="Google Shape;47;p3"/>
              <p:cNvSpPr/>
              <p:nvPr/>
            </p:nvSpPr>
            <p:spPr>
              <a:xfrm>
                <a:off x="9226800" y="1256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4" name="Google Shape;48;p3"/>
              <p:cNvSpPr/>
              <p:nvPr/>
            </p:nvSpPr>
            <p:spPr>
              <a:xfrm>
                <a:off x="11413800" y="97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5" name="Google Shape;49;p3"/>
            <p:cNvSpPr/>
            <p:nvPr/>
          </p:nvSpPr>
          <p:spPr>
            <a:xfrm>
              <a:off x="8161920" y="72108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6" name="Google Shape;50;p3"/>
            <p:cNvSpPr/>
            <p:nvPr/>
          </p:nvSpPr>
          <p:spPr>
            <a:xfrm>
              <a:off x="9036720" y="75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1046;p2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9" name="Google Shape;1060;p21"/>
          <p:cNvGrpSpPr/>
          <p:nvPr/>
        </p:nvGrpSpPr>
        <p:grpSpPr>
          <a:xfrm>
            <a:off x="-1065600" y="3844440"/>
            <a:ext cx="2031120" cy="3268440"/>
            <a:chOff x="-1065600" y="3844440"/>
            <a:chExt cx="2031120" cy="3268440"/>
          </a:xfrm>
        </p:grpSpPr>
        <p:grpSp>
          <p:nvGrpSpPr>
            <p:cNvPr id="570" name="Google Shape;1061;p21"/>
            <p:cNvGrpSpPr/>
            <p:nvPr/>
          </p:nvGrpSpPr>
          <p:grpSpPr>
            <a:xfrm>
              <a:off x="-1065600" y="4050360"/>
              <a:ext cx="1497240" cy="3062520"/>
              <a:chOff x="-1065600" y="4050360"/>
              <a:chExt cx="1497240" cy="3062520"/>
            </a:xfrm>
          </p:grpSpPr>
          <p:sp>
            <p:nvSpPr>
              <p:cNvPr id="571" name="Google Shape;1062;p21"/>
              <p:cNvSpPr/>
              <p:nvPr/>
            </p:nvSpPr>
            <p:spPr>
              <a:xfrm rot="16200000">
                <a:off x="-930240" y="476964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2" name="Google Shape;1063;p21"/>
              <p:cNvSpPr/>
              <p:nvPr/>
            </p:nvSpPr>
            <p:spPr>
              <a:xfrm rot="16200000">
                <a:off x="-760320" y="626652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Google Shape;1064;p21"/>
              <p:cNvSpPr/>
              <p:nvPr/>
            </p:nvSpPr>
            <p:spPr>
              <a:xfrm rot="16200000">
                <a:off x="-1124640" y="512280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Google Shape;1065;p21"/>
              <p:cNvSpPr/>
              <p:nvPr/>
            </p:nvSpPr>
            <p:spPr>
              <a:xfrm rot="16200000">
                <a:off x="-972720" y="505872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Google Shape;1066;p21"/>
              <p:cNvSpPr/>
              <p:nvPr/>
            </p:nvSpPr>
            <p:spPr>
              <a:xfrm rot="16200000">
                <a:off x="-1155960" y="494172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6" name="Google Shape;1067;p21"/>
              <p:cNvSpPr/>
              <p:nvPr/>
            </p:nvSpPr>
            <p:spPr>
              <a:xfrm rot="16200000">
                <a:off x="-203760" y="526896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7" name="Google Shape;1068;p21"/>
              <p:cNvSpPr/>
              <p:nvPr/>
            </p:nvSpPr>
            <p:spPr>
              <a:xfrm rot="16200000">
                <a:off x="-365040" y="474480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8" name="Google Shape;1069;p21"/>
              <p:cNvSpPr/>
              <p:nvPr/>
            </p:nvSpPr>
            <p:spPr>
              <a:xfrm rot="16200000">
                <a:off x="-653760" y="57726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9" name="Google Shape;1070;p21"/>
              <p:cNvSpPr/>
              <p:nvPr/>
            </p:nvSpPr>
            <p:spPr>
              <a:xfrm rot="16200000">
                <a:off x="-520200" y="666000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Google Shape;1071;p21"/>
              <p:cNvSpPr/>
              <p:nvPr/>
            </p:nvSpPr>
            <p:spPr>
              <a:xfrm rot="16200000">
                <a:off x="115920" y="44128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1" name="Google Shape;1072;p21"/>
              <p:cNvSpPr/>
              <p:nvPr/>
            </p:nvSpPr>
            <p:spPr>
              <a:xfrm rot="16200000">
                <a:off x="21960" y="53953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2" name="Google Shape;1073;p21"/>
              <p:cNvSpPr/>
              <p:nvPr/>
            </p:nvSpPr>
            <p:spPr>
              <a:xfrm rot="16200000">
                <a:off x="358560" y="49395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3" name="Google Shape;1074;p21"/>
              <p:cNvSpPr/>
              <p:nvPr/>
            </p:nvSpPr>
            <p:spPr>
              <a:xfrm rot="16200000">
                <a:off x="-276480" y="59295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4" name="Google Shape;1075;p21"/>
              <p:cNvSpPr/>
              <p:nvPr/>
            </p:nvSpPr>
            <p:spPr>
              <a:xfrm rot="16200000">
                <a:off x="-402480" y="60476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Google Shape;1076;p21"/>
              <p:cNvSpPr/>
              <p:nvPr/>
            </p:nvSpPr>
            <p:spPr>
              <a:xfrm rot="16200000">
                <a:off x="-508320" y="6451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Google Shape;1077;p21"/>
              <p:cNvSpPr/>
              <p:nvPr/>
            </p:nvSpPr>
            <p:spPr>
              <a:xfrm rot="16200000">
                <a:off x="-374760" y="63651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Google Shape;1078;p21"/>
              <p:cNvSpPr/>
              <p:nvPr/>
            </p:nvSpPr>
            <p:spPr>
              <a:xfrm rot="16200000">
                <a:off x="-437400" y="62478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Google Shape;1079;p21"/>
              <p:cNvSpPr/>
              <p:nvPr/>
            </p:nvSpPr>
            <p:spPr>
              <a:xfrm rot="16200000">
                <a:off x="136080" y="5509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Google Shape;1080;p21"/>
              <p:cNvSpPr/>
              <p:nvPr/>
            </p:nvSpPr>
            <p:spPr>
              <a:xfrm rot="16200000">
                <a:off x="226440" y="40503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Google Shape;1081;p21"/>
              <p:cNvSpPr/>
              <p:nvPr/>
            </p:nvSpPr>
            <p:spPr>
              <a:xfrm rot="16200000">
                <a:off x="281160" y="42523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Google Shape;1082;p21"/>
              <p:cNvSpPr/>
              <p:nvPr/>
            </p:nvSpPr>
            <p:spPr>
              <a:xfrm rot="16200000">
                <a:off x="-31680" y="4356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Google Shape;1083;p21"/>
              <p:cNvSpPr/>
              <p:nvPr/>
            </p:nvSpPr>
            <p:spPr>
              <a:xfrm rot="16200000">
                <a:off x="-1083960" y="568656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3" name="Google Shape;1084;p21"/>
              <p:cNvSpPr/>
              <p:nvPr/>
            </p:nvSpPr>
            <p:spPr>
              <a:xfrm rot="16200000">
                <a:off x="-443520" y="467568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4" name="Google Shape;1085;p21"/>
              <p:cNvSpPr/>
              <p:nvPr/>
            </p:nvSpPr>
            <p:spPr>
              <a:xfrm rot="16200000">
                <a:off x="-1443240" y="530928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Google Shape;1086;p21"/>
              <p:cNvSpPr/>
              <p:nvPr/>
            </p:nvSpPr>
            <p:spPr>
              <a:xfrm rot="16200000">
                <a:off x="-1477080" y="549684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6" name="Google Shape;1087;p21"/>
              <p:cNvSpPr/>
              <p:nvPr/>
            </p:nvSpPr>
            <p:spPr>
              <a:xfrm rot="16200000">
                <a:off x="-1718640" y="560808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7" name="Google Shape;1088;p21"/>
              <p:cNvSpPr/>
              <p:nvPr/>
            </p:nvSpPr>
            <p:spPr>
              <a:xfrm rot="16200000">
                <a:off x="-1275840" y="558900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8" name="Google Shape;1089;p21"/>
              <p:cNvSpPr/>
              <p:nvPr/>
            </p:nvSpPr>
            <p:spPr>
              <a:xfrm rot="16200000">
                <a:off x="-1367640" y="615096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Google Shape;1090;p21"/>
              <p:cNvSpPr/>
              <p:nvPr/>
            </p:nvSpPr>
            <p:spPr>
              <a:xfrm rot="16200000">
                <a:off x="-53640" y="53190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0" name="Google Shape;1091;p21"/>
              <p:cNvSpPr/>
              <p:nvPr/>
            </p:nvSpPr>
            <p:spPr>
              <a:xfrm rot="16200000">
                <a:off x="-186840" y="443052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1" name="Google Shape;1092;p21"/>
              <p:cNvSpPr/>
              <p:nvPr/>
            </p:nvSpPr>
            <p:spPr>
              <a:xfrm rot="16200000">
                <a:off x="-823680" y="66783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2" name="Google Shape;1093;p21"/>
              <p:cNvSpPr/>
              <p:nvPr/>
            </p:nvSpPr>
            <p:spPr>
              <a:xfrm rot="16200000">
                <a:off x="-729720" y="56959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3" name="Google Shape;1094;p21"/>
              <p:cNvSpPr/>
              <p:nvPr/>
            </p:nvSpPr>
            <p:spPr>
              <a:xfrm rot="16200000">
                <a:off x="-1065960" y="61520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4" name="Google Shape;1095;p21"/>
              <p:cNvSpPr/>
              <p:nvPr/>
            </p:nvSpPr>
            <p:spPr>
              <a:xfrm rot="16200000">
                <a:off x="-430920" y="51616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Google Shape;1096;p21"/>
              <p:cNvSpPr/>
              <p:nvPr/>
            </p:nvSpPr>
            <p:spPr>
              <a:xfrm rot="16200000">
                <a:off x="-304920" y="50439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Google Shape;1097;p21"/>
              <p:cNvSpPr/>
              <p:nvPr/>
            </p:nvSpPr>
            <p:spPr>
              <a:xfrm rot="16200000">
                <a:off x="-206640" y="46306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Google Shape;1098;p21"/>
              <p:cNvSpPr/>
              <p:nvPr/>
            </p:nvSpPr>
            <p:spPr>
              <a:xfrm rot="16200000">
                <a:off x="-340200" y="471708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Google Shape;1099;p21"/>
              <p:cNvSpPr/>
              <p:nvPr/>
            </p:nvSpPr>
            <p:spPr>
              <a:xfrm rot="16200000">
                <a:off x="-277560" y="483444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Google Shape;1100;p21"/>
              <p:cNvSpPr/>
              <p:nvPr/>
            </p:nvSpPr>
            <p:spPr>
              <a:xfrm rot="16200000">
                <a:off x="-851040" y="557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0" name="Google Shape;1101;p21"/>
              <p:cNvSpPr/>
              <p:nvPr/>
            </p:nvSpPr>
            <p:spPr>
              <a:xfrm rot="16200000">
                <a:off x="-941760" y="70315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1" name="Google Shape;1102;p21"/>
              <p:cNvSpPr/>
              <p:nvPr/>
            </p:nvSpPr>
            <p:spPr>
              <a:xfrm rot="16200000">
                <a:off x="-996480" y="68306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Google Shape;1103;p21"/>
              <p:cNvSpPr/>
              <p:nvPr/>
            </p:nvSpPr>
            <p:spPr>
              <a:xfrm rot="16200000">
                <a:off x="-682920" y="67266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13" name="Google Shape;1104;p2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211320" y="4332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4" name="Google Shape;1105;p2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745200" y="3844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15" name="Google Shape;1106;p21"/>
          <p:cNvGrpSpPr/>
          <p:nvPr/>
        </p:nvGrpSpPr>
        <p:grpSpPr>
          <a:xfrm>
            <a:off x="7590600" y="-1910520"/>
            <a:ext cx="2155320" cy="3391200"/>
            <a:chOff x="7590600" y="-1910520"/>
            <a:chExt cx="2155320" cy="3391200"/>
          </a:xfrm>
        </p:grpSpPr>
        <p:grpSp>
          <p:nvGrpSpPr>
            <p:cNvPr id="616" name="Google Shape;1107;p21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617" name="Google Shape;1108;p21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8" name="Google Shape;1109;p21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Google Shape;1110;p21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0" name="Google Shape;1111;p21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1" name="Google Shape;1112;p21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Google Shape;1113;p21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Google Shape;1114;p21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Google Shape;1115;p21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Google Shape;1116;p21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6" name="Google Shape;1117;p21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7" name="Google Shape;1118;p21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8" name="Google Shape;1119;p21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9" name="Google Shape;1120;p21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Google Shape;1121;p21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Google Shape;1122;p21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2" name="Google Shape;1123;p21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3" name="Google Shape;1124;p21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4" name="Google Shape;1125;p21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5" name="Google Shape;1126;p21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6" name="Google Shape;1127;p21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Google Shape;1128;p21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8" name="Google Shape;1129;p21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9" name="Google Shape;1130;p21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Google Shape;1131;p21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Google Shape;1132;p21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Google Shape;1133;p21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Google Shape;1134;p21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Google Shape;1135;p21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Google Shape;1136;p21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6" name="Google Shape;1137;p21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Google Shape;1138;p21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8" name="Google Shape;1139;p21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9" name="Google Shape;1140;p21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Google Shape;1141;p21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Google Shape;1142;p21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2" name="Google Shape;1143;p21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3" name="Google Shape;1144;p21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4" name="Google Shape;1145;p21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5" name="Google Shape;1146;p21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6" name="Google Shape;1147;p21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Google Shape;1148;p21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Google Shape;1149;p21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59" name="Google Shape;1150;p2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590600" y="-196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0" name="Google Shape;1151;p2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165520" y="303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2" name="Google Shape;1153;p22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70640" y="69264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 type="title"/>
          </p:nvPr>
        </p:nvSpPr>
        <p:spPr>
          <a:xfrm>
            <a:off x="4448520" y="329976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title"/>
          </p:nvPr>
        </p:nvSpPr>
        <p:spPr>
          <a:xfrm>
            <a:off x="2784960" y="199620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6" name="Google Shape;1160;p22"/>
          <p:cNvGrpSpPr/>
          <p:nvPr/>
        </p:nvGrpSpPr>
        <p:grpSpPr>
          <a:xfrm>
            <a:off x="56160" y="3058920"/>
            <a:ext cx="1771560" cy="3125520"/>
            <a:chOff x="56160" y="3058920"/>
            <a:chExt cx="1771560" cy="3125520"/>
          </a:xfrm>
        </p:grpSpPr>
        <p:grpSp>
          <p:nvGrpSpPr>
            <p:cNvPr id="667" name="Google Shape;1161;p22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668" name="Google Shape;1162;p22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Google Shape;1163;p22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0" name="Google Shape;1164;p22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1" name="Google Shape;1165;p22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2" name="Google Shape;1166;p22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3" name="Google Shape;1167;p22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4" name="Google Shape;1168;p22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5" name="Google Shape;1169;p22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6" name="Google Shape;1170;p22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7" name="Google Shape;1171;p22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Google Shape;1172;p22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Google Shape;1173;p22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Google Shape;1174;p22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1" name="Google Shape;1175;p22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2" name="Google Shape;1176;p22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3" name="Google Shape;1177;p22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4" name="Google Shape;1178;p22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Google Shape;1179;p22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Google Shape;1180;p22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Google Shape;1181;p22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Google Shape;1182;p22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89" name="Google Shape;1183;p22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0" name="Google Shape;1184;p22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50880" y="3898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1" name="Google Shape;1185;p22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56160" y="4236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92" name="Google Shape;1186;p22"/>
          <p:cNvGrpSpPr/>
          <p:nvPr/>
        </p:nvGrpSpPr>
        <p:grpSpPr>
          <a:xfrm>
            <a:off x="7036920" y="-135360"/>
            <a:ext cx="3564720" cy="2529720"/>
            <a:chOff x="7036920" y="-135360"/>
            <a:chExt cx="3564720" cy="2529720"/>
          </a:xfrm>
        </p:grpSpPr>
        <p:grpSp>
          <p:nvGrpSpPr>
            <p:cNvPr id="693" name="Google Shape;1187;p22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694" name="Google Shape;1188;p22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Google Shape;1189;p22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Google Shape;1190;p22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Google Shape;1191;p22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Google Shape;1192;p22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Google Shape;1193;p22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0" name="Google Shape;1194;p22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1" name="Google Shape;1195;p22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2" name="Google Shape;1196;p22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3" name="Google Shape;1197;p22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4" name="Google Shape;1198;p22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Google Shape;1199;p22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6" name="Google Shape;1200;p22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7" name="Google Shape;1201;p22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8" name="Google Shape;1202;p22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9" name="Google Shape;1203;p22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0" name="Google Shape;1204;p22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1" name="Google Shape;1205;p22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2" name="Google Shape;1206;p22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3" name="Google Shape;1207;p22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Google Shape;1208;p22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Google Shape;1209;p22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Google Shape;1210;p22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Google Shape;1211;p22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8" name="Google Shape;1212;p22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9" name="Google Shape;1213;p22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20" name="Google Shape;1214;p22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03692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1" name="Google Shape;1215;p22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840080" y="-135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2" name="Google Shape;1216;p22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092800" y="10324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23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4" name="Google Shape;1218;p2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2430000" y="798840"/>
            <a:ext cx="4283640" cy="9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6" name="Google Shape;1221;p23"/>
          <p:cNvGrpSpPr/>
          <p:nvPr/>
        </p:nvGrpSpPr>
        <p:grpSpPr>
          <a:xfrm>
            <a:off x="7431120" y="3601440"/>
            <a:ext cx="3912840" cy="1786680"/>
            <a:chOff x="7431120" y="3601440"/>
            <a:chExt cx="3912840" cy="1786680"/>
          </a:xfrm>
        </p:grpSpPr>
        <p:grpSp>
          <p:nvGrpSpPr>
            <p:cNvPr id="727" name="Google Shape;1222;p23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728" name="Google Shape;1223;p23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Google Shape;1224;p23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Google Shape;1225;p23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Google Shape;1226;p23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2" name="Google Shape;1227;p23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3" name="Google Shape;1228;p23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Google Shape;1229;p23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Google Shape;1230;p23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Google Shape;1231;p23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7" name="Google Shape;1232;p23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8" name="Google Shape;1233;p23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9" name="Google Shape;1234;p23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0" name="Google Shape;1235;p23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Google Shape;1236;p23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Google Shape;1237;p23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Google Shape;1238;p23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4" name="Google Shape;1239;p23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5" name="Google Shape;1240;p23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Google Shape;1241;p23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Google Shape;1242;p23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Google Shape;1243;p23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9" name="Google Shape;1244;p23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0" name="Google Shape;1245;p23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1" name="Google Shape;1246;p23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2" name="Google Shape;1247;p23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Google Shape;1248;p23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4" name="Google Shape;1249;p23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Google Shape;1250;p23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6" name="Google Shape;1251;p23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7" name="Google Shape;1252;p23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58" name="Google Shape;1253;p23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431120" y="4211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59" name="Google Shape;1254;p23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323200" y="3601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60" name="Google Shape;1255;p23"/>
          <p:cNvGrpSpPr/>
          <p:nvPr/>
        </p:nvGrpSpPr>
        <p:grpSpPr>
          <a:xfrm>
            <a:off x="-1684440" y="361800"/>
            <a:ext cx="3460320" cy="1717920"/>
            <a:chOff x="-1684440" y="361800"/>
            <a:chExt cx="3460320" cy="1717920"/>
          </a:xfrm>
        </p:grpSpPr>
        <p:grpSp>
          <p:nvGrpSpPr>
            <p:cNvPr id="761" name="Google Shape;1256;p23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762" name="Google Shape;1257;p23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Google Shape;1258;p23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Google Shape;1259;p23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Google Shape;1260;p23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Google Shape;1261;p23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Google Shape;1262;p23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8" name="Google Shape;1263;p23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9" name="Google Shape;1264;p23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0" name="Google Shape;1265;p23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1" name="Google Shape;1266;p23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2" name="Google Shape;1267;p23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Google Shape;1268;p23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Google Shape;1269;p23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5" name="Google Shape;1270;p23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6" name="Google Shape;1271;p23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7" name="Google Shape;1272;p23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Google Shape;1273;p23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9" name="Google Shape;1274;p23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Google Shape;1275;p23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Google Shape;1276;p23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Google Shape;1277;p23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83" name="Google Shape;1278;p23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599040" y="776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84" name="Google Shape;1279;p23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-367560" y="9028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85" name="Google Shape;1280;p23"/>
          <p:cNvSpPr/>
          <p:nvPr/>
        </p:nvSpPr>
        <p:spPr>
          <a:xfrm>
            <a:off x="2430000" y="2864520"/>
            <a:ext cx="428364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300"/>
              </a:spcBef>
              <a:tabLst>
                <a:tab algn="l" pos="0"/>
              </a:tabLst>
            </a:pP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CREDITS: This presentation template was created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7"/>
              </a:rPr>
              <a:t>Slidesgo</a:t>
            </a: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, and includes icons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8"/>
              </a:rPr>
              <a:t>Flaticon</a:t>
            </a:r>
            <a:r>
              <a:rPr b="1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</a:t>
            </a: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and infographics &amp; images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9"/>
              </a:rPr>
              <a:t>Freepik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7" name="Google Shape;1282;p2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88" name="Google Shape;1283;p24"/>
          <p:cNvGrpSpPr/>
          <p:nvPr/>
        </p:nvGrpSpPr>
        <p:grpSpPr>
          <a:xfrm>
            <a:off x="66960" y="3058920"/>
            <a:ext cx="1768320" cy="3125520"/>
            <a:chOff x="66960" y="3058920"/>
            <a:chExt cx="1768320" cy="3125520"/>
          </a:xfrm>
        </p:grpSpPr>
        <p:grpSp>
          <p:nvGrpSpPr>
            <p:cNvPr id="789" name="Google Shape;1284;p24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790" name="Google Shape;1285;p24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1" name="Google Shape;1286;p24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Google Shape;1287;p24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3" name="Google Shape;1288;p24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4" name="Google Shape;1289;p24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5" name="Google Shape;1290;p24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6" name="Google Shape;1291;p24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7" name="Google Shape;1292;p24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Google Shape;1293;p24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9" name="Google Shape;1294;p24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0" name="Google Shape;1295;p24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Google Shape;1296;p24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Google Shape;1297;p24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Google Shape;1298;p24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Google Shape;1299;p24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Google Shape;1300;p24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Google Shape;1301;p24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7" name="Google Shape;1302;p24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Google Shape;1303;p24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9" name="Google Shape;1304;p24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0" name="Google Shape;1305;p24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11" name="Google Shape;1306;p2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2" name="Google Shape;1307;p2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58440" y="38840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3" name="Google Shape;1308;p2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66960" y="4310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14" name="Google Shape;1309;p24"/>
          <p:cNvGrpSpPr/>
          <p:nvPr/>
        </p:nvGrpSpPr>
        <p:grpSpPr>
          <a:xfrm>
            <a:off x="7107120" y="-104760"/>
            <a:ext cx="3494520" cy="2499120"/>
            <a:chOff x="7107120" y="-104760"/>
            <a:chExt cx="3494520" cy="2499120"/>
          </a:xfrm>
        </p:grpSpPr>
        <p:grpSp>
          <p:nvGrpSpPr>
            <p:cNvPr id="815" name="Google Shape;1310;p24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816" name="Google Shape;1311;p24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7" name="Google Shape;1312;p24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8" name="Google Shape;1313;p24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Google Shape;1314;p24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Google Shape;1315;p24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1" name="Google Shape;1316;p24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Google Shape;1317;p24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Google Shape;1318;p24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Google Shape;1319;p24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Google Shape;1320;p24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Google Shape;1321;p24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7" name="Google Shape;1322;p24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8" name="Google Shape;1323;p24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Google Shape;1324;p24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Google Shape;1325;p24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Google Shape;1326;p24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Google Shape;1327;p24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Google Shape;1328;p24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4" name="Google Shape;1329;p24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5" name="Google Shape;1330;p24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Google Shape;1331;p24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7" name="Google Shape;1332;p24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8" name="Google Shape;1333;p24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Google Shape;1334;p24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Google Shape;1335;p24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Google Shape;1336;p24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42" name="Google Shape;1337;p24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10712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43" name="Google Shape;1338;p24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803000" y="-104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44" name="Google Shape;1339;p24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100360" y="1072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5" name="Google Shape;1341;p2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46" name="Google Shape;1342;p25"/>
          <p:cNvGrpSpPr/>
          <p:nvPr/>
        </p:nvGrpSpPr>
        <p:grpSpPr>
          <a:xfrm>
            <a:off x="-1684440" y="361800"/>
            <a:ext cx="3460320" cy="1725480"/>
            <a:chOff x="-1684440" y="361800"/>
            <a:chExt cx="3460320" cy="1725480"/>
          </a:xfrm>
        </p:grpSpPr>
        <p:grpSp>
          <p:nvGrpSpPr>
            <p:cNvPr id="847" name="Google Shape;1343;p25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848" name="Google Shape;1344;p25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Google Shape;1345;p25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Google Shape;1346;p25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Google Shape;1347;p25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2" name="Google Shape;1348;p25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Google Shape;1349;p25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Google Shape;1350;p25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Google Shape;1351;p25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6" name="Google Shape;1352;p25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7" name="Google Shape;1353;p25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8" name="Google Shape;1354;p25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9" name="Google Shape;1355;p25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0" name="Google Shape;1356;p25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Google Shape;1357;p25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2" name="Google Shape;1358;p25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3" name="Google Shape;1359;p25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4" name="Google Shape;1360;p25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5" name="Google Shape;1361;p25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6" name="Google Shape;1362;p25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7" name="Google Shape;1363;p25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Google Shape;1364;p25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69" name="Google Shape;1365;p2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99040" y="776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70" name="Google Shape;1366;p2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67560" y="910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71" name="Google Shape;1367;p25"/>
          <p:cNvGrpSpPr/>
          <p:nvPr/>
        </p:nvGrpSpPr>
        <p:grpSpPr>
          <a:xfrm>
            <a:off x="7353000" y="3702600"/>
            <a:ext cx="3990960" cy="1778400"/>
            <a:chOff x="7353000" y="3702600"/>
            <a:chExt cx="3990960" cy="1778400"/>
          </a:xfrm>
        </p:grpSpPr>
        <p:grpSp>
          <p:nvGrpSpPr>
            <p:cNvPr id="872" name="Google Shape;1368;p25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873" name="Google Shape;1369;p25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4" name="Google Shape;1370;p25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5" name="Google Shape;1371;p25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6" name="Google Shape;1372;p25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Google Shape;1373;p25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Google Shape;1374;p25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Google Shape;1375;p25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Google Shape;1376;p25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Google Shape;1377;p25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Google Shape;1378;p25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3" name="Google Shape;1379;p25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4" name="Google Shape;1380;p25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5" name="Google Shape;1381;p25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6" name="Google Shape;1382;p25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7" name="Google Shape;1383;p25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Google Shape;1384;p25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Google Shape;1385;p25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Google Shape;1386;p25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1" name="Google Shape;1387;p25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Google Shape;1388;p25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3" name="Google Shape;1389;p25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4" name="Google Shape;1390;p25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5" name="Google Shape;1391;p25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6" name="Google Shape;1392;p25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7" name="Google Shape;1393;p25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Google Shape;1394;p25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Google Shape;1395;p25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Google Shape;1396;p25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Google Shape;1397;p25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Google Shape;1398;p25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03" name="Google Shape;1399;p25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53000" y="4222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04" name="Google Shape;1400;p25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371440" y="43041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52;p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 type="body"/>
          </p:nvPr>
        </p:nvSpPr>
        <p:spPr>
          <a:xfrm>
            <a:off x="720000" y="1152360"/>
            <a:ext cx="77036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8" name="Google Shape;55;p4"/>
          <p:cNvGrpSpPr/>
          <p:nvPr/>
        </p:nvGrpSpPr>
        <p:grpSpPr>
          <a:xfrm>
            <a:off x="-1684440" y="361800"/>
            <a:ext cx="3422880" cy="1695600"/>
            <a:chOff x="-1684440" y="361800"/>
            <a:chExt cx="3422880" cy="1695600"/>
          </a:xfrm>
        </p:grpSpPr>
        <p:grpSp>
          <p:nvGrpSpPr>
            <p:cNvPr id="909" name="Google Shape;56;p4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910" name="Google Shape;57;p4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1" name="Google Shape;58;p4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2" name="Google Shape;59;p4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Google Shape;60;p4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4" name="Google Shape;61;p4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5" name="Google Shape;62;p4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Google Shape;63;p4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Google Shape;64;p4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Google Shape;65;p4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Google Shape;66;p4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Google Shape;67;p4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Google Shape;68;p4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2" name="Google Shape;69;p4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3" name="Google Shape;70;p4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4" name="Google Shape;71;p4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Google Shape;72;p4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Google Shape;73;p4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7" name="Google Shape;74;p4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8" name="Google Shape;75;p4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9" name="Google Shape;76;p4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Google Shape;77;p4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31" name="Google Shape;78;p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345240" y="8805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32" name="Google Shape;79;p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561600" y="739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933" name="Google Shape;80;p4"/>
          <p:cNvGrpSpPr/>
          <p:nvPr/>
        </p:nvGrpSpPr>
        <p:grpSpPr>
          <a:xfrm>
            <a:off x="7378920" y="3638880"/>
            <a:ext cx="3965040" cy="1652760"/>
            <a:chOff x="7378920" y="3638880"/>
            <a:chExt cx="3965040" cy="1652760"/>
          </a:xfrm>
        </p:grpSpPr>
        <p:grpSp>
          <p:nvGrpSpPr>
            <p:cNvPr id="934" name="Google Shape;81;p4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935" name="Google Shape;82;p4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Google Shape;83;p4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Google Shape;84;p4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Google Shape;85;p4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Google Shape;86;p4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Google Shape;87;p4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Google Shape;88;p4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2" name="Google Shape;89;p4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3" name="Google Shape;90;p4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4" name="Google Shape;91;p4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5" name="Google Shape;92;p4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6" name="Google Shape;93;p4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7" name="Google Shape;94;p4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8" name="Google Shape;95;p4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9" name="Google Shape;96;p4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0" name="Google Shape;97;p4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1" name="Google Shape;98;p4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2" name="Google Shape;99;p4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3" name="Google Shape;100;p4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4" name="Google Shape;101;p4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Google Shape;102;p4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Google Shape;103;p4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Google Shape;104;p4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Google Shape;105;p4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9" name="Google Shape;106;p4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0" name="Google Shape;107;p4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1" name="Google Shape;108;p4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2" name="Google Shape;109;p4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3" name="Google Shape;110;p4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4" name="Google Shape;111;p4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65" name="Google Shape;112;p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78920" y="4114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66" name="Google Shape;113;p4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367480" y="36388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7" name="Google Shape;115;p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9" name="Google Shape;121;p5"/>
          <p:cNvGrpSpPr/>
          <p:nvPr/>
        </p:nvGrpSpPr>
        <p:grpSpPr>
          <a:xfrm>
            <a:off x="-500400" y="-1910880"/>
            <a:ext cx="1580400" cy="3381120"/>
            <a:chOff x="-500400" y="-1910880"/>
            <a:chExt cx="1580400" cy="3381120"/>
          </a:xfrm>
        </p:grpSpPr>
        <p:grpSp>
          <p:nvGrpSpPr>
            <p:cNvPr id="970" name="Google Shape;122;p5"/>
            <p:cNvGrpSpPr/>
            <p:nvPr/>
          </p:nvGrpSpPr>
          <p:grpSpPr>
            <a:xfrm>
              <a:off x="-500400" y="-1910880"/>
              <a:ext cx="1580400" cy="3232440"/>
              <a:chOff x="-500400" y="-1910880"/>
              <a:chExt cx="1580400" cy="3232440"/>
            </a:xfrm>
          </p:grpSpPr>
          <p:sp>
            <p:nvSpPr>
              <p:cNvPr id="971" name="Google Shape;123;p5"/>
              <p:cNvSpPr/>
              <p:nvPr/>
            </p:nvSpPr>
            <p:spPr>
              <a:xfrm flipV="1" rot="16200000">
                <a:off x="-519840" y="-115164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360 h 746280"/>
                  <a:gd name="textAreaBottom" fmla="*/ 74700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2" name="Google Shape;124;p5"/>
              <p:cNvSpPr/>
              <p:nvPr/>
            </p:nvSpPr>
            <p:spPr>
              <a:xfrm flipV="1" rot="16200000">
                <a:off x="155520" y="42768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360 h 232560"/>
                  <a:gd name="textAreaBottom" fmla="*/ 23328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3" name="Google Shape;125;p5"/>
              <p:cNvSpPr/>
              <p:nvPr/>
            </p:nvSpPr>
            <p:spPr>
              <a:xfrm flipV="1" rot="16200000">
                <a:off x="-899280" y="-77868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360 h 770760"/>
                  <a:gd name="textAreaBottom" fmla="*/ 77148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4" name="Google Shape;126;p5"/>
              <p:cNvSpPr/>
              <p:nvPr/>
            </p:nvSpPr>
            <p:spPr>
              <a:xfrm flipV="1" rot="16200000">
                <a:off x="-935280" y="-84600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360 h 641160"/>
                  <a:gd name="textAreaBottom" fmla="*/ 64188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Google Shape;127;p5"/>
              <p:cNvSpPr/>
              <p:nvPr/>
            </p:nvSpPr>
            <p:spPr>
              <a:xfrm flipV="1" rot="16200000">
                <a:off x="-1189080" y="-9698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-360 h 646560"/>
                  <a:gd name="textAreaBottom" fmla="*/ 64656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Google Shape;128;p5"/>
              <p:cNvSpPr/>
              <p:nvPr/>
            </p:nvSpPr>
            <p:spPr>
              <a:xfrm flipV="1" rot="16200000">
                <a:off x="-722520" y="-62424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360 h 322200"/>
                  <a:gd name="textAreaBottom" fmla="*/ 32292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7" name="Google Shape;129;p5"/>
              <p:cNvSpPr/>
              <p:nvPr/>
            </p:nvSpPr>
            <p:spPr>
              <a:xfrm flipV="1" rot="16200000">
                <a:off x="-819000" y="-117828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360 h 281880"/>
                  <a:gd name="textAreaBottom" fmla="*/ 28260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8" name="Google Shape;130;p5"/>
              <p:cNvSpPr/>
              <p:nvPr/>
            </p:nvSpPr>
            <p:spPr>
              <a:xfrm flipV="1" rot="16200000">
                <a:off x="568080" y="-93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9" name="Google Shape;131;p5"/>
              <p:cNvSpPr/>
              <p:nvPr/>
            </p:nvSpPr>
            <p:spPr>
              <a:xfrm flipV="1" rot="16200000">
                <a:off x="426960" y="84276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8120"/>
                  <a:gd name="textAreaBottom" fmla="*/ 7812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0" name="Google Shape;132;p5"/>
              <p:cNvSpPr/>
              <p:nvPr/>
            </p:nvSpPr>
            <p:spPr>
              <a:xfrm flipV="1" rot="16200000">
                <a:off x="-245160" y="-15289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1" name="Google Shape;133;p5"/>
              <p:cNvSpPr/>
              <p:nvPr/>
            </p:nvSpPr>
            <p:spPr>
              <a:xfrm flipV="1" rot="16200000">
                <a:off x="-145440" y="-4921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2" name="Google Shape;134;p5"/>
              <p:cNvSpPr/>
              <p:nvPr/>
            </p:nvSpPr>
            <p:spPr>
              <a:xfrm flipV="1" rot="16200000">
                <a:off x="-500400" y="-9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3" name="Google Shape;135;p5"/>
              <p:cNvSpPr/>
              <p:nvPr/>
            </p:nvSpPr>
            <p:spPr>
              <a:xfrm flipV="1" rot="16200000">
                <a:off x="169920" y="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4" name="Google Shape;136;p5"/>
              <p:cNvSpPr/>
              <p:nvPr/>
            </p:nvSpPr>
            <p:spPr>
              <a:xfrm flipV="1" rot="16200000">
                <a:off x="302400" y="19620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5" name="Google Shape;137;p5"/>
              <p:cNvSpPr/>
              <p:nvPr/>
            </p:nvSpPr>
            <p:spPr>
              <a:xfrm flipV="1" rot="16200000">
                <a:off x="406080" y="623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6" name="Google Shape;138;p5"/>
              <p:cNvSpPr/>
              <p:nvPr/>
            </p:nvSpPr>
            <p:spPr>
              <a:xfrm flipV="1" rot="16200000">
                <a:off x="264600" y="5317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7" name="Google Shape;139;p5"/>
              <p:cNvSpPr/>
              <p:nvPr/>
            </p:nvSpPr>
            <p:spPr>
              <a:xfrm flipV="1" rot="16200000">
                <a:off x="331200" y="407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8" name="Google Shape;140;p5"/>
              <p:cNvSpPr/>
              <p:nvPr/>
            </p:nvSpPr>
            <p:spPr>
              <a:xfrm flipV="1" rot="16200000">
                <a:off x="-273960" y="-3718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9" name="Google Shape;141;p5"/>
              <p:cNvSpPr/>
              <p:nvPr/>
            </p:nvSpPr>
            <p:spPr>
              <a:xfrm flipV="1" rot="16200000">
                <a:off x="-369720" y="-1911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0" name="Google Shape;142;p5"/>
              <p:cNvSpPr/>
              <p:nvPr/>
            </p:nvSpPr>
            <p:spPr>
              <a:xfrm flipV="1" rot="16200000">
                <a:off x="-427320" y="-16984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1" name="Google Shape;143;p5"/>
              <p:cNvSpPr/>
              <p:nvPr/>
            </p:nvSpPr>
            <p:spPr>
              <a:xfrm flipV="1" rot="16200000">
                <a:off x="-96840" y="-15886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2" name="Google Shape;144;p5"/>
              <p:cNvSpPr/>
              <p:nvPr/>
            </p:nvSpPr>
            <p:spPr>
              <a:xfrm flipV="1" rot="16200000">
                <a:off x="-357120" y="-18396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-360 h 746280"/>
                  <a:gd name="textAreaBottom" fmla="*/ 74628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Google Shape;145;p5"/>
              <p:cNvSpPr/>
              <p:nvPr/>
            </p:nvSpPr>
            <p:spPr>
              <a:xfrm flipV="1" rot="16200000">
                <a:off x="-178200" y="-125100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-360 h 233280"/>
                  <a:gd name="textAreaBottom" fmla="*/ 23328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Google Shape;146;p5"/>
              <p:cNvSpPr/>
              <p:nvPr/>
            </p:nvSpPr>
            <p:spPr>
              <a:xfrm flipV="1" rot="16200000">
                <a:off x="-562320" y="-58140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360 h 771480"/>
                  <a:gd name="textAreaBottom" fmla="*/ 77220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5" name="Google Shape;147;p5"/>
              <p:cNvSpPr/>
              <p:nvPr/>
            </p:nvSpPr>
            <p:spPr>
              <a:xfrm flipV="1" rot="16200000">
                <a:off x="-402480" y="-38376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360 h 641880"/>
                  <a:gd name="textAreaBottom" fmla="*/ 64260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Google Shape;148;p5"/>
              <p:cNvSpPr/>
              <p:nvPr/>
            </p:nvSpPr>
            <p:spPr>
              <a:xfrm flipV="1" rot="16200000">
                <a:off x="-595440" y="-26640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360 h 646560"/>
                  <a:gd name="textAreaBottom" fmla="*/ 64728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Google Shape;149;p5"/>
              <p:cNvSpPr/>
              <p:nvPr/>
            </p:nvSpPr>
            <p:spPr>
              <a:xfrm flipV="1" rot="16200000">
                <a:off x="409680" y="-28656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360 h 322200"/>
                  <a:gd name="textAreaBottom" fmla="*/ 32292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8" name="Google Shape;150;p5"/>
              <p:cNvSpPr/>
              <p:nvPr/>
            </p:nvSpPr>
            <p:spPr>
              <a:xfrm flipV="1" rot="16200000">
                <a:off x="239040" y="30564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-360 h 281880"/>
                  <a:gd name="textAreaBottom" fmla="*/ 28188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9" name="Google Shape;151;p5"/>
              <p:cNvSpPr/>
              <p:nvPr/>
            </p:nvSpPr>
            <p:spPr>
              <a:xfrm flipV="1" rot="16200000">
                <a:off x="-65520" y="-5727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0" name="Google Shape;152;p5"/>
              <p:cNvSpPr/>
              <p:nvPr/>
            </p:nvSpPr>
            <p:spPr>
              <a:xfrm flipV="1" rot="16200000">
                <a:off x="75240" y="-151020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8120"/>
                  <a:gd name="textAreaBottom" fmla="*/ 7884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1" name="Google Shape;153;p5"/>
              <p:cNvSpPr/>
              <p:nvPr/>
            </p:nvSpPr>
            <p:spPr>
              <a:xfrm flipV="1" rot="16200000">
                <a:off x="747000" y="8622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2" name="Google Shape;154;p5"/>
              <p:cNvSpPr/>
              <p:nvPr/>
            </p:nvSpPr>
            <p:spPr>
              <a:xfrm flipV="1" rot="16200000">
                <a:off x="647280" y="-17460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3" name="Google Shape;155;p5"/>
              <p:cNvSpPr/>
              <p:nvPr/>
            </p:nvSpPr>
            <p:spPr>
              <a:xfrm flipV="1" rot="16200000">
                <a:off x="1002240" y="3063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4" name="Google Shape;156;p5"/>
              <p:cNvSpPr/>
              <p:nvPr/>
            </p:nvSpPr>
            <p:spPr>
              <a:xfrm flipV="1" rot="16200000">
                <a:off x="331920" y="-7383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5" name="Google Shape;157;p5"/>
              <p:cNvSpPr/>
              <p:nvPr/>
            </p:nvSpPr>
            <p:spPr>
              <a:xfrm flipV="1" rot="16200000">
                <a:off x="199800" y="-862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6" name="Google Shape;158;p5"/>
              <p:cNvSpPr/>
              <p:nvPr/>
            </p:nvSpPr>
            <p:spPr>
              <a:xfrm flipV="1" rot="16200000">
                <a:off x="87480" y="-12988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7" name="Google Shape;159;p5"/>
              <p:cNvSpPr/>
              <p:nvPr/>
            </p:nvSpPr>
            <p:spPr>
              <a:xfrm flipV="1" rot="16200000">
                <a:off x="228600" y="-120780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760"/>
                  <a:gd name="textAreaBottom" fmla="*/ 8748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8" name="Google Shape;160;p5"/>
              <p:cNvSpPr/>
              <p:nvPr/>
            </p:nvSpPr>
            <p:spPr>
              <a:xfrm flipV="1" rot="16200000">
                <a:off x="162360" y="-108360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760"/>
                  <a:gd name="textAreaBottom" fmla="*/ 8748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9" name="Google Shape;161;p5"/>
              <p:cNvSpPr/>
              <p:nvPr/>
            </p:nvSpPr>
            <p:spPr>
              <a:xfrm flipV="1" rot="16200000">
                <a:off x="767880" y="-3034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0" name="Google Shape;162;p5"/>
              <p:cNvSpPr/>
              <p:nvPr/>
            </p:nvSpPr>
            <p:spPr>
              <a:xfrm flipV="1" rot="16200000">
                <a:off x="863280" y="12351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1" name="Google Shape;163;p5"/>
              <p:cNvSpPr/>
              <p:nvPr/>
            </p:nvSpPr>
            <p:spPr>
              <a:xfrm flipV="1" rot="16200000">
                <a:off x="920880" y="102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2" name="Google Shape;164;p5"/>
              <p:cNvSpPr/>
              <p:nvPr/>
            </p:nvSpPr>
            <p:spPr>
              <a:xfrm flipV="1" rot="16200000">
                <a:off x="590040" y="91296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760"/>
                  <a:gd name="textAreaBottom" fmla="*/ 8676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13" name="Google Shape;165;p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134640" y="293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014" name="Google Shape;166;p5"/>
          <p:cNvGrpSpPr/>
          <p:nvPr/>
        </p:nvGrpSpPr>
        <p:grpSpPr>
          <a:xfrm>
            <a:off x="7678800" y="3705480"/>
            <a:ext cx="2067120" cy="3198960"/>
            <a:chOff x="7678800" y="3705480"/>
            <a:chExt cx="2067120" cy="3198960"/>
          </a:xfrm>
        </p:grpSpPr>
        <p:grpSp>
          <p:nvGrpSpPr>
            <p:cNvPr id="1015" name="Google Shape;167;p5"/>
            <p:cNvGrpSpPr/>
            <p:nvPr/>
          </p:nvGrpSpPr>
          <p:grpSpPr>
            <a:xfrm>
              <a:off x="8249040" y="3841920"/>
              <a:ext cx="1496880" cy="3062520"/>
              <a:chOff x="8249040" y="3841920"/>
              <a:chExt cx="1496880" cy="3062520"/>
            </a:xfrm>
          </p:grpSpPr>
          <p:sp>
            <p:nvSpPr>
              <p:cNvPr id="1016" name="Google Shape;168;p5"/>
              <p:cNvSpPr/>
              <p:nvPr/>
            </p:nvSpPr>
            <p:spPr>
              <a:xfrm flipV="1" rot="16200000">
                <a:off x="822996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360 h 707040"/>
                  <a:gd name="textAreaBottom" fmla="*/ 70776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7" name="Google Shape;169;p5"/>
              <p:cNvSpPr/>
              <p:nvPr/>
            </p:nvSpPr>
            <p:spPr>
              <a:xfrm flipV="1" rot="16200000">
                <a:off x="8870040" y="605736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360 h 220320"/>
                  <a:gd name="textAreaBottom" fmla="*/ 22104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8" name="Google Shape;170;p5"/>
              <p:cNvSpPr/>
              <p:nvPr/>
            </p:nvSpPr>
            <p:spPr>
              <a:xfrm flipV="1" rot="16200000">
                <a:off x="7869960" y="491364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360 h 730080"/>
                  <a:gd name="textAreaBottom" fmla="*/ 73080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9" name="Google Shape;171;p5"/>
              <p:cNvSpPr/>
              <p:nvPr/>
            </p:nvSpPr>
            <p:spPr>
              <a:xfrm flipV="1" rot="16200000">
                <a:off x="7836480" y="485028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360 h 607680"/>
                  <a:gd name="textAreaBottom" fmla="*/ 60840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0" name="Google Shape;172;p5"/>
              <p:cNvSpPr/>
              <p:nvPr/>
            </p:nvSpPr>
            <p:spPr>
              <a:xfrm flipV="1" rot="16200000">
                <a:off x="7595280" y="47322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360 h 612720"/>
                  <a:gd name="textAreaBottom" fmla="*/ 61344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1" name="Google Shape;173;p5"/>
              <p:cNvSpPr/>
              <p:nvPr/>
            </p:nvSpPr>
            <p:spPr>
              <a:xfrm flipV="1" rot="16200000">
                <a:off x="8037720" y="506052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360 h 305280"/>
                  <a:gd name="textAreaBottom" fmla="*/ 30600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2" name="Google Shape;174;p5"/>
              <p:cNvSpPr/>
              <p:nvPr/>
            </p:nvSpPr>
            <p:spPr>
              <a:xfrm flipV="1" rot="16200000">
                <a:off x="7946280" y="453636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-360 h 266760"/>
                  <a:gd name="textAreaBottom" fmla="*/ 26676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3" name="Google Shape;175;p5"/>
              <p:cNvSpPr/>
              <p:nvPr/>
            </p:nvSpPr>
            <p:spPr>
              <a:xfrm flipV="1" rot="16200000">
                <a:off x="9261000" y="55630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4" name="Google Shape;176;p5"/>
              <p:cNvSpPr/>
              <p:nvPr/>
            </p:nvSpPr>
            <p:spPr>
              <a:xfrm flipV="1" rot="16200000">
                <a:off x="9127440" y="645048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800"/>
                  <a:gd name="textAreaBottom" fmla="*/ 7380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5" name="Google Shape;177;p5"/>
              <p:cNvSpPr/>
              <p:nvPr/>
            </p:nvSpPr>
            <p:spPr>
              <a:xfrm flipV="1" rot="16200000">
                <a:off x="8490600" y="42037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6" name="Google Shape;178;p5"/>
              <p:cNvSpPr/>
              <p:nvPr/>
            </p:nvSpPr>
            <p:spPr>
              <a:xfrm flipV="1" rot="16200000">
                <a:off x="8585280" y="51858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7" name="Google Shape;179;p5"/>
              <p:cNvSpPr/>
              <p:nvPr/>
            </p:nvSpPr>
            <p:spPr>
              <a:xfrm flipV="1" rot="16200000">
                <a:off x="8249040" y="47300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8" name="Google Shape;180;p5"/>
              <p:cNvSpPr/>
              <p:nvPr/>
            </p:nvSpPr>
            <p:spPr>
              <a:xfrm flipV="1" rot="16200000">
                <a:off x="8884080" y="57204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9" name="Google Shape;181;p5"/>
              <p:cNvSpPr/>
              <p:nvPr/>
            </p:nvSpPr>
            <p:spPr>
              <a:xfrm flipV="1" rot="16200000">
                <a:off x="9009360" y="58381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0" name="Google Shape;182;p5"/>
              <p:cNvSpPr/>
              <p:nvPr/>
            </p:nvSpPr>
            <p:spPr>
              <a:xfrm flipV="1" rot="16200000">
                <a:off x="9107640" y="62434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1" name="Google Shape;183;p5"/>
              <p:cNvSpPr/>
              <p:nvPr/>
            </p:nvSpPr>
            <p:spPr>
              <a:xfrm flipV="1" rot="16200000">
                <a:off x="8973720" y="6156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2" name="Google Shape;184;p5"/>
              <p:cNvSpPr/>
              <p:nvPr/>
            </p:nvSpPr>
            <p:spPr>
              <a:xfrm flipV="1" rot="16200000">
                <a:off x="9036720" y="6039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Google Shape;185;p5"/>
              <p:cNvSpPr/>
              <p:nvPr/>
            </p:nvSpPr>
            <p:spPr>
              <a:xfrm flipV="1" rot="16200000">
                <a:off x="8463240" y="5300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Google Shape;186;p5"/>
              <p:cNvSpPr/>
              <p:nvPr/>
            </p:nvSpPr>
            <p:spPr>
              <a:xfrm flipV="1" rot="16200000">
                <a:off x="8372520" y="3841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Google Shape;187;p5"/>
              <p:cNvSpPr/>
              <p:nvPr/>
            </p:nvSpPr>
            <p:spPr>
              <a:xfrm flipV="1" rot="16200000">
                <a:off x="8317800" y="40435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6" name="Google Shape;188;p5"/>
              <p:cNvSpPr/>
              <p:nvPr/>
            </p:nvSpPr>
            <p:spPr>
              <a:xfrm flipV="1" rot="16200000">
                <a:off x="8631000" y="41472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7" name="Google Shape;189;p5"/>
              <p:cNvSpPr/>
              <p:nvPr/>
            </p:nvSpPr>
            <p:spPr>
              <a:xfrm flipV="1" rot="16200000">
                <a:off x="8384400" y="547812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360 h 707040"/>
                  <a:gd name="textAreaBottom" fmla="*/ 70776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8" name="Google Shape;190;p5"/>
              <p:cNvSpPr/>
              <p:nvPr/>
            </p:nvSpPr>
            <p:spPr>
              <a:xfrm flipV="1" rot="16200000">
                <a:off x="8553600" y="446652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360 h 221040"/>
                  <a:gd name="textAreaBottom" fmla="*/ 22176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9" name="Google Shape;191;p5"/>
              <p:cNvSpPr/>
              <p:nvPr/>
            </p:nvSpPr>
            <p:spPr>
              <a:xfrm flipV="1" rot="16200000">
                <a:off x="8189640" y="510012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360 h 730800"/>
                  <a:gd name="textAreaBottom" fmla="*/ 73152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0" name="Google Shape;192;p5"/>
              <p:cNvSpPr/>
              <p:nvPr/>
            </p:nvSpPr>
            <p:spPr>
              <a:xfrm flipV="1" rot="16200000">
                <a:off x="8341200" y="528840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360 h 608400"/>
                  <a:gd name="textAreaBottom" fmla="*/ 60912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1" name="Google Shape;193;p5"/>
              <p:cNvSpPr/>
              <p:nvPr/>
            </p:nvSpPr>
            <p:spPr>
              <a:xfrm flipV="1" rot="16200000">
                <a:off x="8157960" y="539892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360 h 612720"/>
                  <a:gd name="textAreaBottom" fmla="*/ 61344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2" name="Google Shape;194;p5"/>
              <p:cNvSpPr/>
              <p:nvPr/>
            </p:nvSpPr>
            <p:spPr>
              <a:xfrm flipV="1" rot="16200000">
                <a:off x="9110880" y="538056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360 h 305280"/>
                  <a:gd name="textAreaBottom" fmla="*/ 30600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3" name="Google Shape;195;p5"/>
              <p:cNvSpPr/>
              <p:nvPr/>
            </p:nvSpPr>
            <p:spPr>
              <a:xfrm flipV="1" rot="16200000">
                <a:off x="8949240" y="594252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-360 h 266760"/>
                  <a:gd name="textAreaBottom" fmla="*/ 26676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4" name="Google Shape;196;p5"/>
              <p:cNvSpPr/>
              <p:nvPr/>
            </p:nvSpPr>
            <p:spPr>
              <a:xfrm flipV="1" rot="16200000">
                <a:off x="8660520" y="51094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5" name="Google Shape;197;p5"/>
              <p:cNvSpPr/>
              <p:nvPr/>
            </p:nvSpPr>
            <p:spPr>
              <a:xfrm flipV="1" rot="16200000">
                <a:off x="8794440" y="422100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800"/>
                  <a:gd name="textAreaBottom" fmla="*/ 7380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6" name="Google Shape;198;p5"/>
              <p:cNvSpPr/>
              <p:nvPr/>
            </p:nvSpPr>
            <p:spPr>
              <a:xfrm flipV="1" rot="16200000">
                <a:off x="9430920" y="64692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7" name="Google Shape;199;p5"/>
              <p:cNvSpPr/>
              <p:nvPr/>
            </p:nvSpPr>
            <p:spPr>
              <a:xfrm flipV="1" rot="16200000">
                <a:off x="9336240" y="54867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8" name="Google Shape;200;p5"/>
              <p:cNvSpPr/>
              <p:nvPr/>
            </p:nvSpPr>
            <p:spPr>
              <a:xfrm flipV="1" rot="16200000">
                <a:off x="9672480" y="59425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9" name="Google Shape;201;p5"/>
              <p:cNvSpPr/>
              <p:nvPr/>
            </p:nvSpPr>
            <p:spPr>
              <a:xfrm flipV="1" rot="16200000">
                <a:off x="9037440" y="49525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0" name="Google Shape;202;p5"/>
              <p:cNvSpPr/>
              <p:nvPr/>
            </p:nvSpPr>
            <p:spPr>
              <a:xfrm flipV="1" rot="16200000">
                <a:off x="8912160" y="48344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Google Shape;203;p5"/>
              <p:cNvSpPr/>
              <p:nvPr/>
            </p:nvSpPr>
            <p:spPr>
              <a:xfrm flipV="1" rot="16200000">
                <a:off x="8805960" y="44222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Google Shape;204;p5"/>
              <p:cNvSpPr/>
              <p:nvPr/>
            </p:nvSpPr>
            <p:spPr>
              <a:xfrm flipV="1" rot="16200000">
                <a:off x="8939520" y="450864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3" name="Google Shape;205;p5"/>
              <p:cNvSpPr/>
              <p:nvPr/>
            </p:nvSpPr>
            <p:spPr>
              <a:xfrm flipV="1" rot="16200000">
                <a:off x="8876520" y="4626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4" name="Google Shape;206;p5"/>
              <p:cNvSpPr/>
              <p:nvPr/>
            </p:nvSpPr>
            <p:spPr>
              <a:xfrm flipV="1" rot="16200000">
                <a:off x="9450360" y="5365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5" name="Google Shape;207;p5"/>
              <p:cNvSpPr/>
              <p:nvPr/>
            </p:nvSpPr>
            <p:spPr>
              <a:xfrm flipV="1" rot="16200000">
                <a:off x="9540720" y="6823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6" name="Google Shape;208;p5"/>
              <p:cNvSpPr/>
              <p:nvPr/>
            </p:nvSpPr>
            <p:spPr>
              <a:xfrm flipV="1" rot="16200000">
                <a:off x="9595440" y="6621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7" name="Google Shape;209;p5"/>
              <p:cNvSpPr/>
              <p:nvPr/>
            </p:nvSpPr>
            <p:spPr>
              <a:xfrm flipV="1" rot="16200000">
                <a:off x="9282240" y="65178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58" name="Google Shape;210;p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678800" y="4166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59" name="Google Shape;211;p5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194680" y="37054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1" name="Google Shape;213;p6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63" name="Google Shape;215;p6"/>
          <p:cNvGrpSpPr/>
          <p:nvPr/>
        </p:nvGrpSpPr>
        <p:grpSpPr>
          <a:xfrm>
            <a:off x="7990200" y="3274560"/>
            <a:ext cx="3920400" cy="1823400"/>
            <a:chOff x="7990200" y="3274560"/>
            <a:chExt cx="3920400" cy="1823400"/>
          </a:xfrm>
        </p:grpSpPr>
        <p:grpSp>
          <p:nvGrpSpPr>
            <p:cNvPr id="1064" name="Google Shape;216;p6"/>
            <p:cNvGrpSpPr/>
            <p:nvPr/>
          </p:nvGrpSpPr>
          <p:grpSpPr>
            <a:xfrm>
              <a:off x="8369280" y="3390480"/>
              <a:ext cx="3541320" cy="1323720"/>
              <a:chOff x="8369280" y="3390480"/>
              <a:chExt cx="3541320" cy="1323720"/>
            </a:xfrm>
          </p:grpSpPr>
          <p:sp>
            <p:nvSpPr>
              <p:cNvPr id="1065" name="Google Shape;217;p6"/>
              <p:cNvSpPr/>
              <p:nvPr/>
            </p:nvSpPr>
            <p:spPr>
              <a:xfrm>
                <a:off x="8598240" y="363564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6" name="Google Shape;218;p6"/>
              <p:cNvSpPr/>
              <p:nvPr/>
            </p:nvSpPr>
            <p:spPr>
              <a:xfrm>
                <a:off x="8451000" y="360288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7" name="Google Shape;219;p6"/>
              <p:cNvSpPr/>
              <p:nvPr/>
            </p:nvSpPr>
            <p:spPr>
              <a:xfrm>
                <a:off x="10112040" y="3446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8" name="Google Shape;220;p6"/>
              <p:cNvSpPr/>
              <p:nvPr/>
            </p:nvSpPr>
            <p:spPr>
              <a:xfrm>
                <a:off x="10318680" y="34956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Google Shape;221;p6"/>
              <p:cNvSpPr/>
              <p:nvPr/>
            </p:nvSpPr>
            <p:spPr>
              <a:xfrm>
                <a:off x="9190080" y="37749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Google Shape;222;p6"/>
              <p:cNvSpPr/>
              <p:nvPr/>
            </p:nvSpPr>
            <p:spPr>
              <a:xfrm>
                <a:off x="8507520" y="381636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1" name="Google Shape;223;p6"/>
              <p:cNvSpPr/>
              <p:nvPr/>
            </p:nvSpPr>
            <p:spPr>
              <a:xfrm>
                <a:off x="8710560" y="378360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2" name="Google Shape;224;p6"/>
              <p:cNvSpPr/>
              <p:nvPr/>
            </p:nvSpPr>
            <p:spPr>
              <a:xfrm>
                <a:off x="8598240" y="375084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3" name="Google Shape;225;p6"/>
              <p:cNvSpPr/>
              <p:nvPr/>
            </p:nvSpPr>
            <p:spPr>
              <a:xfrm>
                <a:off x="9157680" y="366840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4" name="Google Shape;226;p6"/>
              <p:cNvSpPr/>
              <p:nvPr/>
            </p:nvSpPr>
            <p:spPr>
              <a:xfrm>
                <a:off x="9288720" y="451476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5" name="Google Shape;227;p6"/>
              <p:cNvSpPr/>
              <p:nvPr/>
            </p:nvSpPr>
            <p:spPr>
              <a:xfrm>
                <a:off x="10585080" y="3564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6" name="Google Shape;228;p6"/>
              <p:cNvSpPr/>
              <p:nvPr/>
            </p:nvSpPr>
            <p:spPr>
              <a:xfrm>
                <a:off x="8537760" y="43444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7" name="Google Shape;229;p6"/>
              <p:cNvSpPr/>
              <p:nvPr/>
            </p:nvSpPr>
            <p:spPr>
              <a:xfrm>
                <a:off x="8439120" y="44924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8" name="Google Shape;230;p6"/>
              <p:cNvSpPr/>
              <p:nvPr/>
            </p:nvSpPr>
            <p:spPr>
              <a:xfrm>
                <a:off x="8982360" y="424584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9" name="Google Shape;231;p6"/>
              <p:cNvSpPr/>
              <p:nvPr/>
            </p:nvSpPr>
            <p:spPr>
              <a:xfrm>
                <a:off x="9434160" y="37854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0" name="Google Shape;232;p6"/>
              <p:cNvSpPr/>
              <p:nvPr/>
            </p:nvSpPr>
            <p:spPr>
              <a:xfrm>
                <a:off x="9483480" y="45669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1" name="Google Shape;233;p6"/>
              <p:cNvSpPr/>
              <p:nvPr/>
            </p:nvSpPr>
            <p:spPr>
              <a:xfrm>
                <a:off x="10576440" y="38268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2" name="Google Shape;234;p6"/>
              <p:cNvSpPr/>
              <p:nvPr/>
            </p:nvSpPr>
            <p:spPr>
              <a:xfrm>
                <a:off x="10083960" y="350604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3" name="Google Shape;235;p6"/>
              <p:cNvSpPr/>
              <p:nvPr/>
            </p:nvSpPr>
            <p:spPr>
              <a:xfrm>
                <a:off x="9549000" y="3942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4" name="Google Shape;236;p6"/>
              <p:cNvSpPr/>
              <p:nvPr/>
            </p:nvSpPr>
            <p:spPr>
              <a:xfrm>
                <a:off x="8562600" y="407376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5" name="Google Shape;237;p6"/>
              <p:cNvSpPr/>
              <p:nvPr/>
            </p:nvSpPr>
            <p:spPr>
              <a:xfrm>
                <a:off x="9583920" y="345600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6" name="Google Shape;238;p6"/>
              <p:cNvSpPr/>
              <p:nvPr/>
            </p:nvSpPr>
            <p:spPr>
              <a:xfrm>
                <a:off x="9921240" y="3402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7" name="Google Shape;239;p6"/>
              <p:cNvSpPr/>
              <p:nvPr/>
            </p:nvSpPr>
            <p:spPr>
              <a:xfrm>
                <a:off x="9522720" y="33904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8" name="Google Shape;240;p6"/>
              <p:cNvSpPr/>
              <p:nvPr/>
            </p:nvSpPr>
            <p:spPr>
              <a:xfrm>
                <a:off x="10243800" y="3469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Google Shape;241;p6"/>
              <p:cNvSpPr/>
              <p:nvPr/>
            </p:nvSpPr>
            <p:spPr>
              <a:xfrm>
                <a:off x="9816120" y="36421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0" name="Google Shape;242;p6"/>
              <p:cNvSpPr/>
              <p:nvPr/>
            </p:nvSpPr>
            <p:spPr>
              <a:xfrm>
                <a:off x="8648640" y="44064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1" name="Google Shape;243;p6"/>
              <p:cNvSpPr/>
              <p:nvPr/>
            </p:nvSpPr>
            <p:spPr>
              <a:xfrm>
                <a:off x="8369280" y="40284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2" name="Google Shape;244;p6"/>
              <p:cNvSpPr/>
              <p:nvPr/>
            </p:nvSpPr>
            <p:spPr>
              <a:xfrm>
                <a:off x="9150480" y="462816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3" name="Google Shape;245;p6"/>
              <p:cNvSpPr/>
              <p:nvPr/>
            </p:nvSpPr>
            <p:spPr>
              <a:xfrm>
                <a:off x="9224280" y="45709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4" name="Google Shape;246;p6"/>
              <p:cNvSpPr/>
              <p:nvPr/>
            </p:nvSpPr>
            <p:spPr>
              <a:xfrm>
                <a:off x="11410920" y="34120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95" name="Google Shape;247;p6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990200" y="3921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6" name="Google Shape;248;p6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867520" y="32745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7" name="Google Shape;249;p6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867520" y="3921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9" name="Google Shape;251;p7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PlaceHolder 1"/>
          <p:cNvSpPr>
            <a:spLocks noGrp="1"/>
          </p:cNvSpPr>
          <p:nvPr>
            <p:ph type="title"/>
          </p:nvPr>
        </p:nvSpPr>
        <p:spPr>
          <a:xfrm>
            <a:off x="3974040" y="788400"/>
            <a:ext cx="4175280" cy="12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3974040" y="1990080"/>
            <a:ext cx="4175280" cy="23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body"/>
          </p:nvPr>
        </p:nvSpPr>
        <p:spPr>
          <a:xfrm>
            <a:off x="993960" y="694800"/>
            <a:ext cx="2540520" cy="375336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3" name="Google Shape;255;p7"/>
          <p:cNvGrpSpPr/>
          <p:nvPr/>
        </p:nvGrpSpPr>
        <p:grpSpPr>
          <a:xfrm>
            <a:off x="-1776960" y="986400"/>
            <a:ext cx="3025080" cy="1756800"/>
            <a:chOff x="-1776960" y="986400"/>
            <a:chExt cx="3025080" cy="1756800"/>
          </a:xfrm>
        </p:grpSpPr>
        <p:grpSp>
          <p:nvGrpSpPr>
            <p:cNvPr id="1104" name="Google Shape;256;p7"/>
            <p:cNvGrpSpPr/>
            <p:nvPr/>
          </p:nvGrpSpPr>
          <p:grpSpPr>
            <a:xfrm>
              <a:off x="-1776960" y="986400"/>
              <a:ext cx="2590200" cy="1756800"/>
              <a:chOff x="-1776960" y="986400"/>
              <a:chExt cx="2590200" cy="1756800"/>
            </a:xfrm>
          </p:grpSpPr>
          <p:grpSp>
            <p:nvGrpSpPr>
              <p:cNvPr id="1105" name="Google Shape;257;p7"/>
              <p:cNvGrpSpPr/>
              <p:nvPr/>
            </p:nvGrpSpPr>
            <p:grpSpPr>
              <a:xfrm>
                <a:off x="-1776960" y="986400"/>
                <a:ext cx="2590200" cy="1756800"/>
                <a:chOff x="-1776960" y="986400"/>
                <a:chExt cx="2590200" cy="1756800"/>
              </a:xfrm>
            </p:grpSpPr>
            <p:sp>
              <p:nvSpPr>
                <p:cNvPr id="1106" name="Google Shape;258;p7"/>
                <p:cNvSpPr/>
                <p:nvPr/>
              </p:nvSpPr>
              <p:spPr>
                <a:xfrm flipH="1">
                  <a:off x="-1777320" y="1911960"/>
                  <a:ext cx="2161080" cy="831240"/>
                </a:xfrm>
                <a:custGeom>
                  <a:avLst/>
                  <a:gdLst>
                    <a:gd name="textAreaLeft" fmla="*/ 360 w 2161080"/>
                    <a:gd name="textAreaRight" fmla="*/ 2161800 w 2161080"/>
                    <a:gd name="textAreaTop" fmla="*/ 0 h 831240"/>
                    <a:gd name="textAreaBottom" fmla="*/ 831600 h 831240"/>
                  </a:gdLst>
                  <a:ahLst/>
                  <a:cxnLst/>
                  <a:rect l="textAreaLeft" t="textAreaTop" r="textAreaRight" b="textAreaBottom"/>
                  <a:pathLst>
                    <a:path w="56829" h="21863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777" y="871"/>
                      </a:lnTo>
                      <a:lnTo>
                        <a:pt x="777" y="6495"/>
                      </a:lnTo>
                      <a:lnTo>
                        <a:pt x="15843" y="21831"/>
                      </a:lnTo>
                      <a:lnTo>
                        <a:pt x="15875" y="21863"/>
                      </a:lnTo>
                      <a:lnTo>
                        <a:pt x="56828" y="21863"/>
                      </a:lnTo>
                      <a:lnTo>
                        <a:pt x="56828" y="21673"/>
                      </a:lnTo>
                      <a:lnTo>
                        <a:pt x="15954" y="21673"/>
                      </a:lnTo>
                      <a:lnTo>
                        <a:pt x="983" y="6416"/>
                      </a:lnTo>
                      <a:lnTo>
                        <a:pt x="983" y="776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7" name="Google Shape;259;p7"/>
                <p:cNvSpPr/>
                <p:nvPr/>
              </p:nvSpPr>
              <p:spPr>
                <a:xfrm flipH="1">
                  <a:off x="-1777320" y="1772280"/>
                  <a:ext cx="2431080" cy="873360"/>
                </a:xfrm>
                <a:custGeom>
                  <a:avLst/>
                  <a:gdLst>
                    <a:gd name="textAreaLeft" fmla="*/ 360 w 2431080"/>
                    <a:gd name="textAreaRight" fmla="*/ 2431800 w 2431080"/>
                    <a:gd name="textAreaTop" fmla="*/ 0 h 873360"/>
                    <a:gd name="textAreaBottom" fmla="*/ 873720 h 873360"/>
                  </a:gdLst>
                  <a:ahLst/>
                  <a:cxnLst/>
                  <a:rect l="textAreaLeft" t="textAreaTop" r="textAreaRight" b="textAreaBottom"/>
                  <a:pathLst>
                    <a:path w="63926" h="22973">
                      <a:moveTo>
                        <a:pt x="1901" y="1"/>
                      </a:moveTo>
                      <a:lnTo>
                        <a:pt x="0" y="1886"/>
                      </a:lnTo>
                      <a:lnTo>
                        <a:pt x="127" y="2013"/>
                      </a:lnTo>
                      <a:lnTo>
                        <a:pt x="1981" y="191"/>
                      </a:lnTo>
                      <a:lnTo>
                        <a:pt x="9363" y="191"/>
                      </a:lnTo>
                      <a:lnTo>
                        <a:pt x="9854" y="824"/>
                      </a:lnTo>
                      <a:lnTo>
                        <a:pt x="9854" y="8096"/>
                      </a:lnTo>
                      <a:lnTo>
                        <a:pt x="24636" y="22972"/>
                      </a:lnTo>
                      <a:lnTo>
                        <a:pt x="63925" y="22972"/>
                      </a:lnTo>
                      <a:lnTo>
                        <a:pt x="63925" y="22766"/>
                      </a:lnTo>
                      <a:lnTo>
                        <a:pt x="24715" y="22766"/>
                      </a:lnTo>
                      <a:lnTo>
                        <a:pt x="10060" y="8017"/>
                      </a:lnTo>
                      <a:lnTo>
                        <a:pt x="10060" y="745"/>
                      </a:lnTo>
                      <a:lnTo>
                        <a:pt x="9458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8" name="Google Shape;260;p7"/>
                <p:cNvSpPr/>
                <p:nvPr/>
              </p:nvSpPr>
              <p:spPr>
                <a:xfrm flipH="1">
                  <a:off x="-1777320" y="1726920"/>
                  <a:ext cx="2515320" cy="880560"/>
                </a:xfrm>
                <a:custGeom>
                  <a:avLst/>
                  <a:gdLst>
                    <a:gd name="textAreaLeft" fmla="*/ 360 w 2515320"/>
                    <a:gd name="textAreaRight" fmla="*/ 2516040 w 2515320"/>
                    <a:gd name="textAreaTop" fmla="*/ 0 h 880560"/>
                    <a:gd name="textAreaBottom" fmla="*/ 880920 h 880560"/>
                  </a:gdLst>
                  <a:ahLst/>
                  <a:cxnLst/>
                  <a:rect l="textAreaLeft" t="textAreaTop" r="textAreaRight" b="textAreaBottom"/>
                  <a:pathLst>
                    <a:path w="66144" h="23163">
                      <a:moveTo>
                        <a:pt x="0" y="0"/>
                      </a:moveTo>
                      <a:lnTo>
                        <a:pt x="0" y="190"/>
                      </a:lnTo>
                      <a:lnTo>
                        <a:pt x="12278" y="190"/>
                      </a:lnTo>
                      <a:lnTo>
                        <a:pt x="13070" y="808"/>
                      </a:lnTo>
                      <a:lnTo>
                        <a:pt x="13070" y="8777"/>
                      </a:lnTo>
                      <a:lnTo>
                        <a:pt x="27297" y="23131"/>
                      </a:lnTo>
                      <a:lnTo>
                        <a:pt x="27329" y="23162"/>
                      </a:lnTo>
                      <a:lnTo>
                        <a:pt x="66143" y="23162"/>
                      </a:lnTo>
                      <a:lnTo>
                        <a:pt x="66143" y="22972"/>
                      </a:lnTo>
                      <a:lnTo>
                        <a:pt x="27408" y="22972"/>
                      </a:lnTo>
                      <a:lnTo>
                        <a:pt x="13261" y="8698"/>
                      </a:lnTo>
                      <a:lnTo>
                        <a:pt x="13261" y="713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9" name="Google Shape;261;p7"/>
                <p:cNvSpPr/>
                <p:nvPr/>
              </p:nvSpPr>
              <p:spPr>
                <a:xfrm flipH="1">
                  <a:off x="-1776600" y="1666800"/>
                  <a:ext cx="2183760" cy="910800"/>
                </a:xfrm>
                <a:custGeom>
                  <a:avLst/>
                  <a:gdLst>
                    <a:gd name="textAreaLeft" fmla="*/ -360 w 2183760"/>
                    <a:gd name="textAreaRight" fmla="*/ 2183760 w 2183760"/>
                    <a:gd name="textAreaTop" fmla="*/ 0 h 910800"/>
                    <a:gd name="textAreaBottom" fmla="*/ 911160 h 910800"/>
                  </a:gdLst>
                  <a:ahLst/>
                  <a:cxnLst/>
                  <a:rect l="textAreaLeft" t="textAreaTop" r="textAreaRight" b="textAreaBottom"/>
                  <a:pathLst>
                    <a:path w="57431" h="23955">
                      <a:moveTo>
                        <a:pt x="1" y="0"/>
                      </a:moveTo>
                      <a:lnTo>
                        <a:pt x="1" y="190"/>
                      </a:lnTo>
                      <a:lnTo>
                        <a:pt x="4310" y="190"/>
                      </a:lnTo>
                      <a:lnTo>
                        <a:pt x="5340" y="1172"/>
                      </a:lnTo>
                      <a:lnTo>
                        <a:pt x="5340" y="9854"/>
                      </a:lnTo>
                      <a:lnTo>
                        <a:pt x="19059" y="23922"/>
                      </a:lnTo>
                      <a:lnTo>
                        <a:pt x="19091" y="23954"/>
                      </a:lnTo>
                      <a:lnTo>
                        <a:pt x="57430" y="23954"/>
                      </a:lnTo>
                      <a:lnTo>
                        <a:pt x="57430" y="23764"/>
                      </a:lnTo>
                      <a:lnTo>
                        <a:pt x="19186" y="23764"/>
                      </a:lnTo>
                      <a:lnTo>
                        <a:pt x="5546" y="9775"/>
                      </a:lnTo>
                      <a:lnTo>
                        <a:pt x="5546" y="1093"/>
                      </a:lnTo>
                      <a:lnTo>
                        <a:pt x="4389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0" name="Google Shape;262;p7"/>
                <p:cNvSpPr/>
                <p:nvPr/>
              </p:nvSpPr>
              <p:spPr>
                <a:xfrm flipH="1">
                  <a:off x="-1776600" y="1606320"/>
                  <a:ext cx="2343600" cy="933480"/>
                </a:xfrm>
                <a:custGeom>
                  <a:avLst/>
                  <a:gdLst>
                    <a:gd name="textAreaLeft" fmla="*/ -360 w 2343600"/>
                    <a:gd name="textAreaRight" fmla="*/ 2343600 w 2343600"/>
                    <a:gd name="textAreaTop" fmla="*/ 0 h 933480"/>
                    <a:gd name="textAreaBottom" fmla="*/ 933840 h 933480"/>
                  </a:gdLst>
                  <a:ahLst/>
                  <a:cxnLst/>
                  <a:rect l="textAreaLeft" t="textAreaTop" r="textAreaRight" b="textAreaBottom"/>
                  <a:pathLst>
                    <a:path w="61629" h="24557">
                      <a:moveTo>
                        <a:pt x="0" y="1"/>
                      </a:moveTo>
                      <a:lnTo>
                        <a:pt x="0" y="191"/>
                      </a:lnTo>
                      <a:lnTo>
                        <a:pt x="9126" y="191"/>
                      </a:lnTo>
                      <a:lnTo>
                        <a:pt x="10330" y="1522"/>
                      </a:lnTo>
                      <a:lnTo>
                        <a:pt x="10330" y="10948"/>
                      </a:lnTo>
                      <a:lnTo>
                        <a:pt x="23733" y="24509"/>
                      </a:lnTo>
                      <a:lnTo>
                        <a:pt x="23780" y="24557"/>
                      </a:lnTo>
                      <a:lnTo>
                        <a:pt x="61628" y="24557"/>
                      </a:lnTo>
                      <a:lnTo>
                        <a:pt x="61628" y="24351"/>
                      </a:lnTo>
                      <a:lnTo>
                        <a:pt x="23859" y="24351"/>
                      </a:lnTo>
                      <a:lnTo>
                        <a:pt x="10536" y="10869"/>
                      </a:lnTo>
                      <a:lnTo>
                        <a:pt x="10536" y="1442"/>
                      </a:lnTo>
                      <a:lnTo>
                        <a:pt x="9205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1" name="Google Shape;263;p7"/>
                <p:cNvSpPr/>
                <p:nvPr/>
              </p:nvSpPr>
              <p:spPr>
                <a:xfrm flipH="1">
                  <a:off x="-1777320" y="1540080"/>
                  <a:ext cx="1987560" cy="969840"/>
                </a:xfrm>
                <a:custGeom>
                  <a:avLst/>
                  <a:gdLst>
                    <a:gd name="textAreaLeft" fmla="*/ 360 w 1987560"/>
                    <a:gd name="textAreaRight" fmla="*/ 1988280 w 1987560"/>
                    <a:gd name="textAreaTop" fmla="*/ 0 h 969840"/>
                    <a:gd name="textAreaBottom" fmla="*/ 970200 h 969840"/>
                  </a:gdLst>
                  <a:ahLst/>
                  <a:cxnLst/>
                  <a:rect l="textAreaLeft" t="textAreaTop" r="textAreaRight" b="textAreaBottom"/>
                  <a:pathLst>
                    <a:path w="52266" h="25507">
                      <a:moveTo>
                        <a:pt x="143" y="0"/>
                      </a:moveTo>
                      <a:lnTo>
                        <a:pt x="0" y="143"/>
                      </a:lnTo>
                      <a:lnTo>
                        <a:pt x="1965" y="2060"/>
                      </a:lnTo>
                      <a:lnTo>
                        <a:pt x="1965" y="12183"/>
                      </a:lnTo>
                      <a:lnTo>
                        <a:pt x="14845" y="25459"/>
                      </a:lnTo>
                      <a:lnTo>
                        <a:pt x="14892" y="25507"/>
                      </a:lnTo>
                      <a:lnTo>
                        <a:pt x="52265" y="25507"/>
                      </a:lnTo>
                      <a:lnTo>
                        <a:pt x="52265" y="25301"/>
                      </a:lnTo>
                      <a:lnTo>
                        <a:pt x="14972" y="25301"/>
                      </a:lnTo>
                      <a:lnTo>
                        <a:pt x="2155" y="12104"/>
                      </a:lnTo>
                      <a:lnTo>
                        <a:pt x="2155" y="1980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2" name="Google Shape;264;p7"/>
                <p:cNvSpPr/>
                <p:nvPr/>
              </p:nvSpPr>
              <p:spPr>
                <a:xfrm flipH="1">
                  <a:off x="-1776600" y="1372680"/>
                  <a:ext cx="2243520" cy="1099440"/>
                </a:xfrm>
                <a:custGeom>
                  <a:avLst/>
                  <a:gdLst>
                    <a:gd name="textAreaLeft" fmla="*/ -360 w 2243520"/>
                    <a:gd name="textAreaRight" fmla="*/ 2243520 w 2243520"/>
                    <a:gd name="textAreaTop" fmla="*/ 0 h 1099440"/>
                    <a:gd name="textAreaBottom" fmla="*/ 1099800 h 1099440"/>
                  </a:gdLst>
                  <a:ahLst/>
                  <a:cxnLst/>
                  <a:rect l="textAreaLeft" t="textAreaTop" r="textAreaRight" b="textAreaBottom"/>
                  <a:pathLst>
                    <a:path w="58999" h="28914">
                      <a:moveTo>
                        <a:pt x="3391" y="1"/>
                      </a:moveTo>
                      <a:lnTo>
                        <a:pt x="0" y="3439"/>
                      </a:lnTo>
                      <a:lnTo>
                        <a:pt x="143" y="3565"/>
                      </a:lnTo>
                      <a:lnTo>
                        <a:pt x="3470" y="207"/>
                      </a:lnTo>
                      <a:lnTo>
                        <a:pt x="6337" y="207"/>
                      </a:lnTo>
                      <a:lnTo>
                        <a:pt x="9490" y="3407"/>
                      </a:lnTo>
                      <a:lnTo>
                        <a:pt x="9490" y="16081"/>
                      </a:lnTo>
                      <a:lnTo>
                        <a:pt x="22085" y="28882"/>
                      </a:lnTo>
                      <a:lnTo>
                        <a:pt x="22101" y="28914"/>
                      </a:lnTo>
                      <a:lnTo>
                        <a:pt x="58998" y="28914"/>
                      </a:lnTo>
                      <a:lnTo>
                        <a:pt x="58998" y="28724"/>
                      </a:lnTo>
                      <a:lnTo>
                        <a:pt x="22180" y="28724"/>
                      </a:lnTo>
                      <a:lnTo>
                        <a:pt x="9680" y="16002"/>
                      </a:lnTo>
                      <a:lnTo>
                        <a:pt x="9680" y="3328"/>
                      </a:lnTo>
                      <a:lnTo>
                        <a:pt x="6417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3" name="Google Shape;265;p7"/>
                <p:cNvSpPr/>
                <p:nvPr/>
              </p:nvSpPr>
              <p:spPr>
                <a:xfrm flipH="1">
                  <a:off x="-1776600" y="1342440"/>
                  <a:ext cx="2387520" cy="1092240"/>
                </a:xfrm>
                <a:custGeom>
                  <a:avLst/>
                  <a:gdLst>
                    <a:gd name="textAreaLeft" fmla="*/ -360 w 2387520"/>
                    <a:gd name="textAreaRight" fmla="*/ 2387520 w 2387520"/>
                    <a:gd name="textAreaTop" fmla="*/ 0 h 1092240"/>
                    <a:gd name="textAreaBottom" fmla="*/ 1092600 h 1092240"/>
                  </a:gdLst>
                  <a:ahLst/>
                  <a:cxnLst/>
                  <a:rect l="textAreaLeft" t="textAreaTop" r="textAreaRight" b="textAreaBottom"/>
                  <a:pathLst>
                    <a:path w="62786" h="28724">
                      <a:moveTo>
                        <a:pt x="7178" y="1"/>
                      </a:moveTo>
                      <a:lnTo>
                        <a:pt x="4738" y="2377"/>
                      </a:lnTo>
                      <a:lnTo>
                        <a:pt x="1" y="2377"/>
                      </a:lnTo>
                      <a:lnTo>
                        <a:pt x="1" y="2583"/>
                      </a:lnTo>
                      <a:lnTo>
                        <a:pt x="4817" y="2583"/>
                      </a:lnTo>
                      <a:lnTo>
                        <a:pt x="7257" y="207"/>
                      </a:lnTo>
                      <a:lnTo>
                        <a:pt x="10901" y="207"/>
                      </a:lnTo>
                      <a:lnTo>
                        <a:pt x="14259" y="3597"/>
                      </a:lnTo>
                      <a:lnTo>
                        <a:pt x="14259" y="16382"/>
                      </a:lnTo>
                      <a:lnTo>
                        <a:pt x="26347" y="28676"/>
                      </a:lnTo>
                      <a:lnTo>
                        <a:pt x="26363" y="28723"/>
                      </a:lnTo>
                      <a:lnTo>
                        <a:pt x="62785" y="28723"/>
                      </a:lnTo>
                      <a:lnTo>
                        <a:pt x="62785" y="28517"/>
                      </a:lnTo>
                      <a:lnTo>
                        <a:pt x="26442" y="28517"/>
                      </a:lnTo>
                      <a:lnTo>
                        <a:pt x="14465" y="16303"/>
                      </a:lnTo>
                      <a:lnTo>
                        <a:pt x="14465" y="3502"/>
                      </a:lnTo>
                      <a:lnTo>
                        <a:pt x="10964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4" name="Google Shape;266;p7"/>
                <p:cNvSpPr/>
                <p:nvPr/>
              </p:nvSpPr>
              <p:spPr>
                <a:xfrm flipH="1">
                  <a:off x="-1777320" y="2121120"/>
                  <a:ext cx="1576440" cy="253440"/>
                </a:xfrm>
                <a:custGeom>
                  <a:avLst/>
                  <a:gdLst>
                    <a:gd name="textAreaLeft" fmla="*/ 360 w 1576440"/>
                    <a:gd name="textAreaRight" fmla="*/ 1577160 w 1576440"/>
                    <a:gd name="textAreaTop" fmla="*/ 0 h 253440"/>
                    <a:gd name="textAreaBottom" fmla="*/ 253800 h 253440"/>
                  </a:gdLst>
                  <a:ahLst/>
                  <a:cxnLst/>
                  <a:rect l="textAreaLeft" t="textAreaTop" r="textAreaRight" b="textAreaBottom"/>
                  <a:pathLst>
                    <a:path w="41461" h="6671">
                      <a:moveTo>
                        <a:pt x="143" y="0"/>
                      </a:moveTo>
                      <a:lnTo>
                        <a:pt x="0" y="127"/>
                      </a:lnTo>
                      <a:lnTo>
                        <a:pt x="6559" y="6670"/>
                      </a:lnTo>
                      <a:lnTo>
                        <a:pt x="41460" y="6670"/>
                      </a:lnTo>
                      <a:lnTo>
                        <a:pt x="41460" y="6464"/>
                      </a:lnTo>
                      <a:lnTo>
                        <a:pt x="6638" y="6464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5" name="Google Shape;267;p7"/>
                <p:cNvSpPr/>
                <p:nvPr/>
              </p:nvSpPr>
              <p:spPr>
                <a:xfrm flipH="1">
                  <a:off x="-1776600" y="1131480"/>
                  <a:ext cx="1845360" cy="1144440"/>
                </a:xfrm>
                <a:custGeom>
                  <a:avLst/>
                  <a:gdLst>
                    <a:gd name="textAreaLeft" fmla="*/ -360 w 1845360"/>
                    <a:gd name="textAreaRight" fmla="*/ 1845360 w 1845360"/>
                    <a:gd name="textAreaTop" fmla="*/ 0 h 1144440"/>
                    <a:gd name="textAreaBottom" fmla="*/ 1144800 h 1144440"/>
                  </a:gdLst>
                  <a:ahLst/>
                  <a:cxnLst/>
                  <a:rect l="textAreaLeft" t="textAreaTop" r="textAreaRight" b="textAreaBottom"/>
                  <a:pathLst>
                    <a:path w="48527" h="30102">
                      <a:moveTo>
                        <a:pt x="0" y="1"/>
                      </a:moveTo>
                      <a:lnTo>
                        <a:pt x="0" y="2979"/>
                      </a:lnTo>
                      <a:lnTo>
                        <a:pt x="2377" y="5292"/>
                      </a:lnTo>
                      <a:lnTo>
                        <a:pt x="2377" y="19725"/>
                      </a:lnTo>
                      <a:lnTo>
                        <a:pt x="13039" y="30102"/>
                      </a:lnTo>
                      <a:lnTo>
                        <a:pt x="48526" y="30102"/>
                      </a:lnTo>
                      <a:lnTo>
                        <a:pt x="48526" y="29912"/>
                      </a:lnTo>
                      <a:lnTo>
                        <a:pt x="13118" y="29912"/>
                      </a:lnTo>
                      <a:lnTo>
                        <a:pt x="2583" y="19630"/>
                      </a:lnTo>
                      <a:lnTo>
                        <a:pt x="2583" y="5213"/>
                      </a:lnTo>
                      <a:lnTo>
                        <a:pt x="206" y="2900"/>
                      </a:lnTo>
                      <a:lnTo>
                        <a:pt x="206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6" name="Google Shape;268;p7"/>
                <p:cNvSpPr/>
                <p:nvPr/>
              </p:nvSpPr>
              <p:spPr>
                <a:xfrm flipH="1">
                  <a:off x="-1777320" y="1332360"/>
                  <a:ext cx="1701720" cy="921600"/>
                </a:xfrm>
                <a:custGeom>
                  <a:avLst/>
                  <a:gdLst>
                    <a:gd name="textAreaLeft" fmla="*/ 360 w 1701720"/>
                    <a:gd name="textAreaRight" fmla="*/ 1702440 w 1701720"/>
                    <a:gd name="textAreaTop" fmla="*/ 0 h 921600"/>
                    <a:gd name="textAreaBottom" fmla="*/ 921960 h 921600"/>
                  </a:gdLst>
                  <a:ahLst/>
                  <a:cxnLst/>
                  <a:rect l="textAreaLeft" t="textAreaTop" r="textAreaRight" b="textAreaBottom"/>
                  <a:pathLst>
                    <a:path w="44757" h="24240">
                      <a:moveTo>
                        <a:pt x="1" y="0"/>
                      </a:moveTo>
                      <a:lnTo>
                        <a:pt x="1" y="14132"/>
                      </a:lnTo>
                      <a:lnTo>
                        <a:pt x="10140" y="24240"/>
                      </a:lnTo>
                      <a:lnTo>
                        <a:pt x="44756" y="24240"/>
                      </a:lnTo>
                      <a:lnTo>
                        <a:pt x="44756" y="24034"/>
                      </a:lnTo>
                      <a:lnTo>
                        <a:pt x="10219" y="24034"/>
                      </a:lnTo>
                      <a:lnTo>
                        <a:pt x="191" y="14053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7" name="Google Shape;269;p7"/>
                <p:cNvSpPr/>
                <p:nvPr/>
              </p:nvSpPr>
              <p:spPr>
                <a:xfrm flipH="1">
                  <a:off x="-1777320" y="1175760"/>
                  <a:ext cx="1713240" cy="1040400"/>
                </a:xfrm>
                <a:custGeom>
                  <a:avLst/>
                  <a:gdLst>
                    <a:gd name="textAreaLeft" fmla="*/ 360 w 1713240"/>
                    <a:gd name="textAreaRight" fmla="*/ 1713960 w 1713240"/>
                    <a:gd name="textAreaTop" fmla="*/ 0 h 1040400"/>
                    <a:gd name="textAreaBottom" fmla="*/ 1040760 h 1040400"/>
                  </a:gdLst>
                  <a:ahLst/>
                  <a:cxnLst/>
                  <a:rect l="textAreaLeft" t="textAreaTop" r="textAreaRight" b="textAreaBottom"/>
                  <a:pathLst>
                    <a:path w="45058" h="27361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1680" y="1901"/>
                      </a:lnTo>
                      <a:lnTo>
                        <a:pt x="1680" y="17760"/>
                      </a:lnTo>
                      <a:lnTo>
                        <a:pt x="11503" y="27361"/>
                      </a:lnTo>
                      <a:lnTo>
                        <a:pt x="45057" y="27361"/>
                      </a:lnTo>
                      <a:lnTo>
                        <a:pt x="45057" y="27170"/>
                      </a:lnTo>
                      <a:lnTo>
                        <a:pt x="11582" y="27170"/>
                      </a:lnTo>
                      <a:lnTo>
                        <a:pt x="1886" y="17681"/>
                      </a:lnTo>
                      <a:lnTo>
                        <a:pt x="1886" y="1822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8" name="Google Shape;270;p7"/>
                <p:cNvSpPr/>
                <p:nvPr/>
              </p:nvSpPr>
              <p:spPr>
                <a:xfrm flipH="1">
                  <a:off x="-1777320" y="1026360"/>
                  <a:ext cx="2153880" cy="1107000"/>
                </a:xfrm>
                <a:custGeom>
                  <a:avLst/>
                  <a:gdLst>
                    <a:gd name="textAreaLeft" fmla="*/ 360 w 2153880"/>
                    <a:gd name="textAreaRight" fmla="*/ 2154600 w 2153880"/>
                    <a:gd name="textAreaTop" fmla="*/ 0 h 1107000"/>
                    <a:gd name="textAreaBottom" fmla="*/ 1107360 h 1107000"/>
                  </a:gdLst>
                  <a:ahLst/>
                  <a:cxnLst/>
                  <a:rect l="textAreaLeft" t="textAreaTop" r="textAreaRight" b="textAreaBottom"/>
                  <a:pathLst>
                    <a:path w="56639" h="29120">
                      <a:moveTo>
                        <a:pt x="1" y="0"/>
                      </a:moveTo>
                      <a:lnTo>
                        <a:pt x="1" y="206"/>
                      </a:lnTo>
                      <a:lnTo>
                        <a:pt x="12247" y="206"/>
                      </a:lnTo>
                      <a:lnTo>
                        <a:pt x="15241" y="3296"/>
                      </a:lnTo>
                      <a:lnTo>
                        <a:pt x="15241" y="20279"/>
                      </a:lnTo>
                      <a:lnTo>
                        <a:pt x="24256" y="29119"/>
                      </a:lnTo>
                      <a:lnTo>
                        <a:pt x="56638" y="29119"/>
                      </a:lnTo>
                      <a:lnTo>
                        <a:pt x="56638" y="28913"/>
                      </a:lnTo>
                      <a:lnTo>
                        <a:pt x="24335" y="28913"/>
                      </a:lnTo>
                      <a:lnTo>
                        <a:pt x="15447" y="20200"/>
                      </a:lnTo>
                      <a:lnTo>
                        <a:pt x="15447" y="3216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9" name="Google Shape;271;p7"/>
                <p:cNvSpPr/>
                <p:nvPr/>
              </p:nvSpPr>
              <p:spPr>
                <a:xfrm flipH="1">
                  <a:off x="625680" y="1827000"/>
                  <a:ext cx="70920" cy="70200"/>
                </a:xfrm>
                <a:custGeom>
                  <a:avLst/>
                  <a:gdLst>
                    <a:gd name="textAreaLeft" fmla="*/ -360 w 70920"/>
                    <a:gd name="textAreaRight" fmla="*/ 7092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0" h="1854">
                      <a:moveTo>
                        <a:pt x="935" y="0"/>
                      </a:moveTo>
                      <a:cubicBezTo>
                        <a:pt x="428" y="0"/>
                        <a:pt x="1" y="412"/>
                        <a:pt x="1" y="935"/>
                      </a:cubicBezTo>
                      <a:cubicBezTo>
                        <a:pt x="1" y="1442"/>
                        <a:pt x="428" y="1854"/>
                        <a:pt x="935" y="1854"/>
                      </a:cubicBezTo>
                      <a:cubicBezTo>
                        <a:pt x="1458" y="1854"/>
                        <a:pt x="1870" y="1442"/>
                        <a:pt x="1870" y="935"/>
                      </a:cubicBezTo>
                      <a:cubicBezTo>
                        <a:pt x="1870" y="412"/>
                        <a:pt x="1458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0" name="Google Shape;272;p7"/>
                <p:cNvSpPr/>
                <p:nvPr/>
              </p:nvSpPr>
              <p:spPr>
                <a:xfrm flipH="1">
                  <a:off x="30240" y="1081800"/>
                  <a:ext cx="70920" cy="70200"/>
                </a:xfrm>
                <a:custGeom>
                  <a:avLst/>
                  <a:gdLst>
                    <a:gd name="textAreaLeft" fmla="*/ -360 w 70920"/>
                    <a:gd name="textAreaRight" fmla="*/ 7092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1" h="1855">
                      <a:moveTo>
                        <a:pt x="936" y="1"/>
                      </a:moveTo>
                      <a:cubicBezTo>
                        <a:pt x="413" y="1"/>
                        <a:pt x="1" y="413"/>
                        <a:pt x="1" y="920"/>
                      </a:cubicBezTo>
                      <a:cubicBezTo>
                        <a:pt x="1" y="1443"/>
                        <a:pt x="413" y="1854"/>
                        <a:pt x="936" y="1854"/>
                      </a:cubicBezTo>
                      <a:cubicBezTo>
                        <a:pt x="1443" y="1854"/>
                        <a:pt x="1870" y="1443"/>
                        <a:pt x="1870" y="920"/>
                      </a:cubicBezTo>
                      <a:cubicBezTo>
                        <a:pt x="1870" y="413"/>
                        <a:pt x="1443" y="1"/>
                        <a:pt x="93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1" name="Google Shape;273;p7"/>
                <p:cNvSpPr/>
                <p:nvPr/>
              </p:nvSpPr>
              <p:spPr>
                <a:xfrm flipH="1">
                  <a:off x="-112680" y="1157040"/>
                  <a:ext cx="70200" cy="70200"/>
                </a:xfrm>
                <a:custGeom>
                  <a:avLst/>
                  <a:gdLst>
                    <a:gd name="textAreaLeft" fmla="*/ 360 w 70200"/>
                    <a:gd name="textAreaRight" fmla="*/ 70920 w 7020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55" h="1854">
                      <a:moveTo>
                        <a:pt x="919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19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2" name="Google Shape;274;p7"/>
                <p:cNvSpPr/>
                <p:nvPr/>
              </p:nvSpPr>
              <p:spPr>
                <a:xfrm flipH="1">
                  <a:off x="362160" y="1864800"/>
                  <a:ext cx="70200" cy="70200"/>
                </a:xfrm>
                <a:custGeom>
                  <a:avLst/>
                  <a:gdLst>
                    <a:gd name="textAreaLeft" fmla="*/ -360 w 70200"/>
                    <a:gd name="textAreaRight" fmla="*/ 70200 w 7020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55" h="1854">
                      <a:moveTo>
                        <a:pt x="935" y="0"/>
                      </a:moveTo>
                      <a:cubicBezTo>
                        <a:pt x="412" y="0"/>
                        <a:pt x="1" y="412"/>
                        <a:pt x="1" y="919"/>
                      </a:cubicBezTo>
                      <a:cubicBezTo>
                        <a:pt x="1" y="1442"/>
                        <a:pt x="412" y="1854"/>
                        <a:pt x="935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3" name="Google Shape;275;p7"/>
                <p:cNvSpPr/>
                <p:nvPr/>
              </p:nvSpPr>
              <p:spPr>
                <a:xfrm flipH="1">
                  <a:off x="-225720" y="2075760"/>
                  <a:ext cx="70920" cy="70200"/>
                </a:xfrm>
                <a:custGeom>
                  <a:avLst/>
                  <a:gdLst>
                    <a:gd name="textAreaLeft" fmla="*/ 360 w 70920"/>
                    <a:gd name="textAreaRight" fmla="*/ 7164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0" h="1854">
                      <a:moveTo>
                        <a:pt x="935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35" y="1854"/>
                      </a:cubicBezTo>
                      <a:cubicBezTo>
                        <a:pt x="1442" y="1854"/>
                        <a:pt x="1869" y="1442"/>
                        <a:pt x="1869" y="919"/>
                      </a:cubicBezTo>
                      <a:cubicBezTo>
                        <a:pt x="1869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4" name="Google Shape;276;p7"/>
                <p:cNvSpPr/>
                <p:nvPr/>
              </p:nvSpPr>
              <p:spPr>
                <a:xfrm flipH="1">
                  <a:off x="734760" y="168732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1">
                      <a:moveTo>
                        <a:pt x="1031" y="207"/>
                      </a:moveTo>
                      <a:cubicBezTo>
                        <a:pt x="1490" y="207"/>
                        <a:pt x="1854" y="587"/>
                        <a:pt x="1854" y="1046"/>
                      </a:cubicBezTo>
                      <a:cubicBezTo>
                        <a:pt x="1854" y="1506"/>
                        <a:pt x="1490" y="1870"/>
                        <a:pt x="1031" y="1870"/>
                      </a:cubicBezTo>
                      <a:cubicBezTo>
                        <a:pt x="571" y="1870"/>
                        <a:pt x="191" y="1506"/>
                        <a:pt x="191" y="1046"/>
                      </a:cubicBezTo>
                      <a:cubicBezTo>
                        <a:pt x="191" y="587"/>
                        <a:pt x="571" y="207"/>
                        <a:pt x="1031" y="207"/>
                      </a:cubicBezTo>
                      <a:close/>
                      <a:moveTo>
                        <a:pt x="1031" y="1"/>
                      </a:moveTo>
                      <a:cubicBezTo>
                        <a:pt x="460" y="1"/>
                        <a:pt x="1" y="476"/>
                        <a:pt x="1" y="1030"/>
                      </a:cubicBezTo>
                      <a:cubicBezTo>
                        <a:pt x="1" y="1601"/>
                        <a:pt x="476" y="2060"/>
                        <a:pt x="1031" y="2060"/>
                      </a:cubicBezTo>
                      <a:cubicBezTo>
                        <a:pt x="1601" y="2060"/>
                        <a:pt x="2060" y="1601"/>
                        <a:pt x="2060" y="1030"/>
                      </a:cubicBezTo>
                      <a:cubicBezTo>
                        <a:pt x="2060" y="444"/>
                        <a:pt x="1585" y="1"/>
                        <a:pt x="103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5" name="Google Shape;277;p7"/>
                <p:cNvSpPr/>
                <p:nvPr/>
              </p:nvSpPr>
              <p:spPr>
                <a:xfrm flipH="1">
                  <a:off x="606960" y="1400400"/>
                  <a:ext cx="78120" cy="7848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480"/>
                    <a:gd name="textAreaBottom" fmla="*/ 78840 h 78480"/>
                  </a:gdLst>
                  <a:ahLst/>
                  <a:cxnLst/>
                  <a:rect l="textAreaLeft" t="textAreaTop" r="textAreaRight" b="textAreaBottom"/>
                  <a:pathLst>
                    <a:path w="2061" h="2077">
                      <a:moveTo>
                        <a:pt x="1030" y="222"/>
                      </a:moveTo>
                      <a:cubicBezTo>
                        <a:pt x="1490" y="222"/>
                        <a:pt x="1870" y="603"/>
                        <a:pt x="1870" y="1062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6" y="1522"/>
                        <a:pt x="206" y="1062"/>
                      </a:cubicBezTo>
                      <a:cubicBezTo>
                        <a:pt x="206" y="603"/>
                        <a:pt x="587" y="222"/>
                        <a:pt x="1030" y="222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92"/>
                        <a:pt x="1" y="1046"/>
                      </a:cubicBezTo>
                      <a:cubicBezTo>
                        <a:pt x="1" y="1617"/>
                        <a:pt x="476" y="2076"/>
                        <a:pt x="1030" y="2076"/>
                      </a:cubicBezTo>
                      <a:cubicBezTo>
                        <a:pt x="1616" y="2076"/>
                        <a:pt x="2060" y="1617"/>
                        <a:pt x="2060" y="1046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6" name="Google Shape;278;p7"/>
                <p:cNvSpPr/>
                <p:nvPr/>
              </p:nvSpPr>
              <p:spPr>
                <a:xfrm flipH="1">
                  <a:off x="448560" y="149148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0" y="1870"/>
                        <a:pt x="190" y="1506"/>
                        <a:pt x="190" y="1046"/>
                      </a:cubicBezTo>
                      <a:cubicBezTo>
                        <a:pt x="190" y="587"/>
                        <a:pt x="570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584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7" name="Google Shape;279;p7"/>
                <p:cNvSpPr/>
                <p:nvPr/>
              </p:nvSpPr>
              <p:spPr>
                <a:xfrm flipH="1">
                  <a:off x="192240" y="147636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600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8" name="Google Shape;280;p7"/>
                <p:cNvSpPr/>
                <p:nvPr/>
              </p:nvSpPr>
              <p:spPr>
                <a:xfrm flipH="1">
                  <a:off x="561600" y="156672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0">
                      <a:moveTo>
                        <a:pt x="1030" y="206"/>
                      </a:moveTo>
                      <a:cubicBezTo>
                        <a:pt x="1490" y="206"/>
                        <a:pt x="1870" y="586"/>
                        <a:pt x="1870" y="1046"/>
                      </a:cubicBezTo>
                      <a:cubicBezTo>
                        <a:pt x="1870" y="1489"/>
                        <a:pt x="1490" y="1870"/>
                        <a:pt x="1030" y="1870"/>
                      </a:cubicBezTo>
                      <a:cubicBezTo>
                        <a:pt x="587" y="1870"/>
                        <a:pt x="207" y="1505"/>
                        <a:pt x="207" y="1046"/>
                      </a:cubicBezTo>
                      <a:cubicBezTo>
                        <a:pt x="207" y="586"/>
                        <a:pt x="587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60" y="0"/>
                        <a:pt x="1" y="475"/>
                        <a:pt x="1" y="1030"/>
                      </a:cubicBezTo>
                      <a:cubicBezTo>
                        <a:pt x="1" y="1600"/>
                        <a:pt x="476" y="2060"/>
                        <a:pt x="1030" y="2060"/>
                      </a:cubicBezTo>
                      <a:cubicBezTo>
                        <a:pt x="1617" y="2060"/>
                        <a:pt x="2060" y="1600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9" name="Google Shape;281;p7"/>
                <p:cNvSpPr/>
                <p:nvPr/>
              </p:nvSpPr>
              <p:spPr>
                <a:xfrm flipH="1">
                  <a:off x="403200" y="162684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0">
                      <a:moveTo>
                        <a:pt x="1030" y="206"/>
                      </a:moveTo>
                      <a:cubicBezTo>
                        <a:pt x="1489" y="206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44" y="0"/>
                        <a:pt x="0" y="476"/>
                        <a:pt x="0" y="1030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30" name="Google Shape;282;p7"/>
                <p:cNvSpPr/>
                <p:nvPr/>
              </p:nvSpPr>
              <p:spPr>
                <a:xfrm flipH="1">
                  <a:off x="-116280" y="1257480"/>
                  <a:ext cx="78120" cy="78120"/>
                </a:xfrm>
                <a:custGeom>
                  <a:avLst/>
                  <a:gdLst>
                    <a:gd name="textAreaLeft" fmla="*/ 360 w 78120"/>
                    <a:gd name="textAreaRight" fmla="*/ 7884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1">
                      <a:moveTo>
                        <a:pt x="1030" y="223"/>
                      </a:moveTo>
                      <a:cubicBezTo>
                        <a:pt x="1490" y="223"/>
                        <a:pt x="1870" y="603"/>
                        <a:pt x="1870" y="1047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7" y="1506"/>
                        <a:pt x="207" y="1047"/>
                      </a:cubicBezTo>
                      <a:cubicBezTo>
                        <a:pt x="207" y="603"/>
                        <a:pt x="587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76"/>
                        <a:pt x="1" y="1031"/>
                      </a:cubicBezTo>
                      <a:cubicBezTo>
                        <a:pt x="1" y="1601"/>
                        <a:pt x="476" y="2060"/>
                        <a:pt x="1030" y="2060"/>
                      </a:cubicBezTo>
                      <a:cubicBezTo>
                        <a:pt x="1617" y="2060"/>
                        <a:pt x="2060" y="1601"/>
                        <a:pt x="2060" y="1031"/>
                      </a:cubicBezTo>
                      <a:cubicBezTo>
                        <a:pt x="2060" y="460"/>
                        <a:pt x="1601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31" name="Google Shape;283;p7"/>
                <p:cNvSpPr/>
                <p:nvPr/>
              </p:nvSpPr>
              <p:spPr>
                <a:xfrm flipH="1">
                  <a:off x="372960" y="98640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23"/>
                      </a:moveTo>
                      <a:cubicBezTo>
                        <a:pt x="1490" y="223"/>
                        <a:pt x="1854" y="603"/>
                        <a:pt x="1854" y="1046"/>
                      </a:cubicBezTo>
                      <a:cubicBezTo>
                        <a:pt x="1854" y="1506"/>
                        <a:pt x="1490" y="1886"/>
                        <a:pt x="1030" y="1886"/>
                      </a:cubicBezTo>
                      <a:cubicBezTo>
                        <a:pt x="571" y="1886"/>
                        <a:pt x="191" y="1506"/>
                        <a:pt x="191" y="1046"/>
                      </a:cubicBezTo>
                      <a:cubicBezTo>
                        <a:pt x="191" y="603"/>
                        <a:pt x="571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1" y="2060"/>
                        <a:pt x="2060" y="1601"/>
                        <a:pt x="2060" y="1031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1132" name="Google Shape;284;p7"/>
              <p:cNvSpPr/>
              <p:nvPr/>
            </p:nvSpPr>
            <p:spPr>
              <a:xfrm flipH="1">
                <a:off x="-621720" y="1681560"/>
                <a:ext cx="831240" cy="831240"/>
              </a:xfrm>
              <a:prstGeom prst="ellipse">
                <a:avLst/>
              </a:prstGeom>
              <a:gradFill rotWithShape="0">
                <a:gsLst>
                  <a:gs pos="0">
                    <a:srgbClr val="ffffff">
                      <a:alpha val="53000"/>
                    </a:srgbClr>
                  </a:gs>
                  <a:gs pos="68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33" name="Google Shape;285;p7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1280" y="1276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34" name="Google Shape;286;p7"/>
          <p:cNvGrpSpPr/>
          <p:nvPr/>
        </p:nvGrpSpPr>
        <p:grpSpPr>
          <a:xfrm>
            <a:off x="7706160" y="3177720"/>
            <a:ext cx="1581120" cy="3138480"/>
            <a:chOff x="7706160" y="3177720"/>
            <a:chExt cx="1581120" cy="3138480"/>
          </a:xfrm>
        </p:grpSpPr>
        <p:grpSp>
          <p:nvGrpSpPr>
            <p:cNvPr id="1135" name="Google Shape;287;p7"/>
            <p:cNvGrpSpPr/>
            <p:nvPr/>
          </p:nvGrpSpPr>
          <p:grpSpPr>
            <a:xfrm>
              <a:off x="8246520" y="3745080"/>
              <a:ext cx="1040760" cy="2571120"/>
              <a:chOff x="8246520" y="3745080"/>
              <a:chExt cx="1040760" cy="2571120"/>
            </a:xfrm>
          </p:grpSpPr>
          <p:sp>
            <p:nvSpPr>
              <p:cNvPr id="1136" name="Google Shape;288;p7"/>
              <p:cNvSpPr/>
              <p:nvPr/>
            </p:nvSpPr>
            <p:spPr>
              <a:xfrm flipH="1">
                <a:off x="8305200" y="462708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7" name="Google Shape;289;p7"/>
              <p:cNvSpPr/>
              <p:nvPr/>
            </p:nvSpPr>
            <p:spPr>
              <a:xfrm flipH="1">
                <a:off x="8312400" y="381348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8" name="Google Shape;290;p7"/>
              <p:cNvSpPr/>
              <p:nvPr/>
            </p:nvSpPr>
            <p:spPr>
              <a:xfrm flipH="1">
                <a:off x="8372880" y="401184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Google Shape;291;p7"/>
              <p:cNvSpPr/>
              <p:nvPr/>
            </p:nvSpPr>
            <p:spPr>
              <a:xfrm flipH="1">
                <a:off x="8519760" y="418788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Google Shape;292;p7"/>
              <p:cNvSpPr/>
              <p:nvPr/>
            </p:nvSpPr>
            <p:spPr>
              <a:xfrm flipH="1">
                <a:off x="8545680" y="409428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Google Shape;293;p7"/>
              <p:cNvSpPr/>
              <p:nvPr/>
            </p:nvSpPr>
            <p:spPr>
              <a:xfrm flipH="1">
                <a:off x="8937360" y="459684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2" name="Google Shape;294;p7"/>
              <p:cNvSpPr/>
              <p:nvPr/>
            </p:nvSpPr>
            <p:spPr>
              <a:xfrm flipH="1">
                <a:off x="8922960" y="499572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3" name="Google Shape;295;p7"/>
              <p:cNvSpPr/>
              <p:nvPr/>
            </p:nvSpPr>
            <p:spPr>
              <a:xfrm flipH="1">
                <a:off x="8246160" y="45961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4" name="Google Shape;296;p7"/>
              <p:cNvSpPr/>
              <p:nvPr/>
            </p:nvSpPr>
            <p:spPr>
              <a:xfrm flipH="1">
                <a:off x="8374320" y="374508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5" name="Google Shape;297;p7"/>
              <p:cNvSpPr/>
              <p:nvPr/>
            </p:nvSpPr>
            <p:spPr>
              <a:xfrm flipH="1">
                <a:off x="8984160" y="58989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6" name="Google Shape;298;p7"/>
              <p:cNvSpPr/>
              <p:nvPr/>
            </p:nvSpPr>
            <p:spPr>
              <a:xfrm flipH="1">
                <a:off x="8893800" y="49579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7" name="Google Shape;299;p7"/>
              <p:cNvSpPr/>
              <p:nvPr/>
            </p:nvSpPr>
            <p:spPr>
              <a:xfrm flipH="1">
                <a:off x="9216720" y="539460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8" name="Google Shape;300;p7"/>
              <p:cNvSpPr/>
              <p:nvPr/>
            </p:nvSpPr>
            <p:spPr>
              <a:xfrm flipH="1">
                <a:off x="8607600" y="44456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9" name="Google Shape;301;p7"/>
              <p:cNvSpPr/>
              <p:nvPr/>
            </p:nvSpPr>
            <p:spPr>
              <a:xfrm flipH="1">
                <a:off x="8487000" y="43322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0" name="Google Shape;302;p7"/>
              <p:cNvSpPr/>
              <p:nvPr/>
            </p:nvSpPr>
            <p:spPr>
              <a:xfrm flipH="1">
                <a:off x="8385840" y="39373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1" name="Google Shape;303;p7"/>
              <p:cNvSpPr/>
              <p:nvPr/>
            </p:nvSpPr>
            <p:spPr>
              <a:xfrm flipH="1">
                <a:off x="8513640" y="40197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2" name="Google Shape;304;p7"/>
              <p:cNvSpPr/>
              <p:nvPr/>
            </p:nvSpPr>
            <p:spPr>
              <a:xfrm flipH="1">
                <a:off x="8453520" y="41328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3" name="Google Shape;305;p7"/>
              <p:cNvSpPr/>
              <p:nvPr/>
            </p:nvSpPr>
            <p:spPr>
              <a:xfrm flipH="1">
                <a:off x="9003600" y="48409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Google Shape;306;p7"/>
              <p:cNvSpPr/>
              <p:nvPr/>
            </p:nvSpPr>
            <p:spPr>
              <a:xfrm flipH="1">
                <a:off x="9090360" y="623808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5" name="Google Shape;307;p7"/>
              <p:cNvSpPr/>
              <p:nvPr/>
            </p:nvSpPr>
            <p:spPr>
              <a:xfrm flipH="1">
                <a:off x="9142920" y="60454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6" name="Google Shape;308;p7"/>
              <p:cNvSpPr/>
              <p:nvPr/>
            </p:nvSpPr>
            <p:spPr>
              <a:xfrm flipH="1">
                <a:off x="8841960" y="59461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57" name="Google Shape;309;p7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772760" y="3177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58" name="Google Shape;310;p7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706160" y="407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9" name="Google Shape;312;p8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0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61" name="Google Shape;314;p8"/>
          <p:cNvGrpSpPr/>
          <p:nvPr/>
        </p:nvGrpSpPr>
        <p:grpSpPr>
          <a:xfrm>
            <a:off x="126360" y="3058920"/>
            <a:ext cx="1694160" cy="3125520"/>
            <a:chOff x="126360" y="3058920"/>
            <a:chExt cx="1694160" cy="3125520"/>
          </a:xfrm>
        </p:grpSpPr>
        <p:grpSp>
          <p:nvGrpSpPr>
            <p:cNvPr id="1162" name="Google Shape;315;p8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1163" name="Google Shape;316;p8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4" name="Google Shape;317;p8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5" name="Google Shape;318;p8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6" name="Google Shape;319;p8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7" name="Google Shape;320;p8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8" name="Google Shape;321;p8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9" name="Google Shape;322;p8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0" name="Google Shape;323;p8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1" name="Google Shape;324;p8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2" name="Google Shape;325;p8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3" name="Google Shape;326;p8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4" name="Google Shape;327;p8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5" name="Google Shape;328;p8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6" name="Google Shape;329;p8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7" name="Google Shape;330;p8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8" name="Google Shape;331;p8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Google Shape;332;p8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0" name="Google Shape;333;p8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1" name="Google Shape;334;p8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2" name="Google Shape;335;p8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3" name="Google Shape;336;p8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84" name="Google Shape;337;p8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5" name="Google Shape;338;p8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43680" y="3923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6" name="Google Shape;339;p8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126360" y="4310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87" name="Google Shape;340;p8"/>
          <p:cNvGrpSpPr/>
          <p:nvPr/>
        </p:nvGrpSpPr>
        <p:grpSpPr>
          <a:xfrm>
            <a:off x="7114680" y="-120600"/>
            <a:ext cx="3486960" cy="2514960"/>
            <a:chOff x="7114680" y="-120600"/>
            <a:chExt cx="3486960" cy="2514960"/>
          </a:xfrm>
        </p:grpSpPr>
        <p:grpSp>
          <p:nvGrpSpPr>
            <p:cNvPr id="1188" name="Google Shape;341;p8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1189" name="Google Shape;342;p8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0" name="Google Shape;343;p8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1" name="Google Shape;344;p8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2" name="Google Shape;345;p8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3" name="Google Shape;346;p8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4" name="Google Shape;347;p8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5" name="Google Shape;348;p8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6" name="Google Shape;349;p8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7" name="Google Shape;350;p8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8" name="Google Shape;351;p8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Google Shape;352;p8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0" name="Google Shape;353;p8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1" name="Google Shape;354;p8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2" name="Google Shape;355;p8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3" name="Google Shape;356;p8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4" name="Google Shape;357;p8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5" name="Google Shape;358;p8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6" name="Google Shape;359;p8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Google Shape;360;p8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8" name="Google Shape;361;p8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Google Shape;362;p8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Google Shape;363;p8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Google Shape;364;p8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2" name="Google Shape;365;p8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3" name="Google Shape;366;p8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4" name="Google Shape;367;p8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15" name="Google Shape;368;p8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11468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16" name="Google Shape;369;p8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902720" y="-120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17" name="Google Shape;370;p8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073360" y="101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8" name="Google Shape;372;p9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9" name="PlaceHolder 1"/>
          <p:cNvSpPr>
            <a:spLocks noGrp="1"/>
          </p:cNvSpPr>
          <p:nvPr>
            <p:ph type="title"/>
          </p:nvPr>
        </p:nvSpPr>
        <p:spPr>
          <a:xfrm>
            <a:off x="2241360" y="1584000"/>
            <a:ext cx="4660920" cy="98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0" name="Google Shape;375;p9"/>
          <p:cNvGrpSpPr/>
          <p:nvPr/>
        </p:nvGrpSpPr>
        <p:grpSpPr>
          <a:xfrm>
            <a:off x="-1684440" y="361800"/>
            <a:ext cx="3489840" cy="1733040"/>
            <a:chOff x="-1684440" y="361800"/>
            <a:chExt cx="3489840" cy="1733040"/>
          </a:xfrm>
        </p:grpSpPr>
        <p:grpSp>
          <p:nvGrpSpPr>
            <p:cNvPr id="1221" name="Google Shape;376;p9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1222" name="Google Shape;377;p9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3" name="Google Shape;378;p9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4" name="Google Shape;379;p9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5" name="Google Shape;380;p9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6" name="Google Shape;381;p9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7" name="Google Shape;382;p9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Google Shape;383;p9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Google Shape;384;p9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0" name="Google Shape;385;p9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1" name="Google Shape;386;p9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2" name="Google Shape;387;p9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3" name="Google Shape;388;p9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4" name="Google Shape;389;p9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5" name="Google Shape;390;p9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6" name="Google Shape;391;p9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7" name="Google Shape;392;p9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8" name="Google Shape;393;p9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9" name="Google Shape;394;p9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0" name="Google Shape;395;p9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1" name="Google Shape;396;p9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2" name="Google Shape;397;p9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43" name="Google Shape;398;p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28560" y="761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4" name="Google Shape;399;p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37680" y="918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245" name="Google Shape;400;p9"/>
          <p:cNvGrpSpPr/>
          <p:nvPr/>
        </p:nvGrpSpPr>
        <p:grpSpPr>
          <a:xfrm>
            <a:off x="7323120" y="3559680"/>
            <a:ext cx="4020840" cy="1950120"/>
            <a:chOff x="7323120" y="3559680"/>
            <a:chExt cx="4020840" cy="1950120"/>
          </a:xfrm>
        </p:grpSpPr>
        <p:grpSp>
          <p:nvGrpSpPr>
            <p:cNvPr id="1246" name="Google Shape;401;p9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1247" name="Google Shape;402;p9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Google Shape;403;p9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Google Shape;404;p9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Google Shape;405;p9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1" name="Google Shape;406;p9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2" name="Google Shape;407;p9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3" name="Google Shape;408;p9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4" name="Google Shape;409;p9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5" name="Google Shape;410;p9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6" name="Google Shape;411;p9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7" name="Google Shape;412;p9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8" name="Google Shape;413;p9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9" name="Google Shape;414;p9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0" name="Google Shape;415;p9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1" name="Google Shape;416;p9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2" name="Google Shape;417;p9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3" name="Google Shape;418;p9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4" name="Google Shape;419;p9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5" name="Google Shape;420;p9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Google Shape;421;p9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Google Shape;422;p9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8" name="Google Shape;423;p9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9" name="Google Shape;424;p9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0" name="Google Shape;425;p9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1" name="Google Shape;426;p9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2" name="Google Shape;427;p9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3" name="Google Shape;428;p9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4" name="Google Shape;429;p9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5" name="Google Shape;430;p9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6" name="Google Shape;431;p9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77" name="Google Shape;432;p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23120" y="4207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8" name="Google Shape;433;p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282160" y="3559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9" name="Google Shape;434;p9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363880" y="4332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0" name="Google Shape;436;p10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1" name="PlaceHolder 1"/>
          <p:cNvSpPr>
            <a:spLocks noGrp="1"/>
          </p:cNvSpPr>
          <p:nvPr>
            <p:ph type="title"/>
          </p:nvPr>
        </p:nvSpPr>
        <p:spPr>
          <a:xfrm>
            <a:off x="720000" y="228528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82" name="Google Shape;438;p10"/>
          <p:cNvGrpSpPr/>
          <p:nvPr/>
        </p:nvGrpSpPr>
        <p:grpSpPr>
          <a:xfrm>
            <a:off x="-1642320" y="-243720"/>
            <a:ext cx="3539160" cy="2528640"/>
            <a:chOff x="-1642320" y="-243720"/>
            <a:chExt cx="3539160" cy="2528640"/>
          </a:xfrm>
        </p:grpSpPr>
        <p:grpSp>
          <p:nvGrpSpPr>
            <p:cNvPr id="1283" name="Google Shape;439;p10"/>
            <p:cNvGrpSpPr/>
            <p:nvPr/>
          </p:nvGrpSpPr>
          <p:grpSpPr>
            <a:xfrm>
              <a:off x="-1642320" y="159120"/>
              <a:ext cx="3134160" cy="2125800"/>
              <a:chOff x="-1642320" y="159120"/>
              <a:chExt cx="3134160" cy="2125800"/>
            </a:xfrm>
          </p:grpSpPr>
          <p:sp>
            <p:nvSpPr>
              <p:cNvPr id="1284" name="Google Shape;440;p10"/>
              <p:cNvSpPr/>
              <p:nvPr/>
            </p:nvSpPr>
            <p:spPr>
              <a:xfrm flipH="1">
                <a:off x="-1641960" y="1279080"/>
                <a:ext cx="2615040" cy="1005840"/>
              </a:xfrm>
              <a:custGeom>
                <a:avLst/>
                <a:gdLst>
                  <a:gd name="textAreaLeft" fmla="*/ -360 w 2615040"/>
                  <a:gd name="textAreaRight" fmla="*/ 261504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Google Shape;441;p10"/>
              <p:cNvSpPr/>
              <p:nvPr/>
            </p:nvSpPr>
            <p:spPr>
              <a:xfrm flipH="1">
                <a:off x="-1642680" y="1109880"/>
                <a:ext cx="2941560" cy="1056960"/>
              </a:xfrm>
              <a:custGeom>
                <a:avLst/>
                <a:gdLst>
                  <a:gd name="textAreaLeft" fmla="*/ 360 w 2941560"/>
                  <a:gd name="textAreaRight" fmla="*/ 294228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Google Shape;442;p10"/>
              <p:cNvSpPr/>
              <p:nvPr/>
            </p:nvSpPr>
            <p:spPr>
              <a:xfrm flipH="1">
                <a:off x="-1642680" y="1055520"/>
                <a:ext cx="3043800" cy="1065600"/>
              </a:xfrm>
              <a:custGeom>
                <a:avLst/>
                <a:gdLst>
                  <a:gd name="textAreaLeft" fmla="*/ 360 w 3043800"/>
                  <a:gd name="textAreaRight" fmla="*/ 304452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Google Shape;443;p10"/>
              <p:cNvSpPr/>
              <p:nvPr/>
            </p:nvSpPr>
            <p:spPr>
              <a:xfrm flipH="1">
                <a:off x="-1642680" y="982440"/>
                <a:ext cx="2642760" cy="1101960"/>
              </a:xfrm>
              <a:custGeom>
                <a:avLst/>
                <a:gdLst>
                  <a:gd name="textAreaLeft" fmla="*/ 360 w 2642760"/>
                  <a:gd name="textAreaRight" fmla="*/ 264348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Google Shape;444;p10"/>
              <p:cNvSpPr/>
              <p:nvPr/>
            </p:nvSpPr>
            <p:spPr>
              <a:xfrm flipH="1">
                <a:off x="-1641960" y="909360"/>
                <a:ext cx="2836080" cy="1129680"/>
              </a:xfrm>
              <a:custGeom>
                <a:avLst/>
                <a:gdLst>
                  <a:gd name="textAreaLeft" fmla="*/ -360 w 2836080"/>
                  <a:gd name="textAreaRight" fmla="*/ 283608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Google Shape;445;p10"/>
              <p:cNvSpPr/>
              <p:nvPr/>
            </p:nvSpPr>
            <p:spPr>
              <a:xfrm flipH="1">
                <a:off x="-1642680" y="829440"/>
                <a:ext cx="2405160" cy="1173600"/>
              </a:xfrm>
              <a:custGeom>
                <a:avLst/>
                <a:gdLst>
                  <a:gd name="textAreaLeft" fmla="*/ 360 w 2405160"/>
                  <a:gd name="textAreaRight" fmla="*/ 240588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0" name="Google Shape;446;p10"/>
              <p:cNvSpPr/>
              <p:nvPr/>
            </p:nvSpPr>
            <p:spPr>
              <a:xfrm flipH="1">
                <a:off x="-1642680" y="626760"/>
                <a:ext cx="2714760" cy="1330200"/>
              </a:xfrm>
              <a:custGeom>
                <a:avLst/>
                <a:gdLst>
                  <a:gd name="textAreaLeft" fmla="*/ 360 w 2714760"/>
                  <a:gd name="textAreaRight" fmla="*/ 271548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1" name="Google Shape;447;p10"/>
              <p:cNvSpPr/>
              <p:nvPr/>
            </p:nvSpPr>
            <p:spPr>
              <a:xfrm flipH="1">
                <a:off x="-1641960" y="590040"/>
                <a:ext cx="2889360" cy="1321560"/>
              </a:xfrm>
              <a:custGeom>
                <a:avLst/>
                <a:gdLst>
                  <a:gd name="textAreaLeft" fmla="*/ -360 w 2889360"/>
                  <a:gd name="textAreaRight" fmla="*/ 288936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2" name="Google Shape;448;p10"/>
              <p:cNvSpPr/>
              <p:nvPr/>
            </p:nvSpPr>
            <p:spPr>
              <a:xfrm flipH="1">
                <a:off x="-1642680" y="1532160"/>
                <a:ext cx="1907640" cy="306720"/>
              </a:xfrm>
              <a:custGeom>
                <a:avLst/>
                <a:gdLst>
                  <a:gd name="textAreaLeft" fmla="*/ 360 w 1907640"/>
                  <a:gd name="textAreaRight" fmla="*/ 190836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3" name="Google Shape;449;p10"/>
              <p:cNvSpPr/>
              <p:nvPr/>
            </p:nvSpPr>
            <p:spPr>
              <a:xfrm flipH="1">
                <a:off x="-1642680" y="334800"/>
                <a:ext cx="2233080" cy="1384920"/>
              </a:xfrm>
              <a:custGeom>
                <a:avLst/>
                <a:gdLst>
                  <a:gd name="textAreaLeft" fmla="*/ 360 w 2233080"/>
                  <a:gd name="textAreaRight" fmla="*/ 223380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4" name="Google Shape;450;p10"/>
              <p:cNvSpPr/>
              <p:nvPr/>
            </p:nvSpPr>
            <p:spPr>
              <a:xfrm flipH="1">
                <a:off x="-1642680" y="577800"/>
                <a:ext cx="2059560" cy="1115280"/>
              </a:xfrm>
              <a:custGeom>
                <a:avLst/>
                <a:gdLst>
                  <a:gd name="textAreaLeft" fmla="*/ 360 w 2059560"/>
                  <a:gd name="textAreaRight" fmla="*/ 206028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5" name="Google Shape;451;p10"/>
              <p:cNvSpPr/>
              <p:nvPr/>
            </p:nvSpPr>
            <p:spPr>
              <a:xfrm flipH="1">
                <a:off x="-1642680" y="388080"/>
                <a:ext cx="2073240" cy="1258920"/>
              </a:xfrm>
              <a:custGeom>
                <a:avLst/>
                <a:gdLst>
                  <a:gd name="textAreaLeft" fmla="*/ 360 w 2073240"/>
                  <a:gd name="textAreaRight" fmla="*/ 207396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6" name="Google Shape;452;p10"/>
              <p:cNvSpPr/>
              <p:nvPr/>
            </p:nvSpPr>
            <p:spPr>
              <a:xfrm flipH="1">
                <a:off x="-1641960" y="207360"/>
                <a:ext cx="2606400" cy="1339920"/>
              </a:xfrm>
              <a:custGeom>
                <a:avLst/>
                <a:gdLst>
                  <a:gd name="textAreaLeft" fmla="*/ -360 w 2606400"/>
                  <a:gd name="textAreaRight" fmla="*/ 260640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Google Shape;453;p10"/>
              <p:cNvSpPr/>
              <p:nvPr/>
            </p:nvSpPr>
            <p:spPr>
              <a:xfrm flipH="1">
                <a:off x="1265760" y="117648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8" name="Google Shape;454;p10"/>
              <p:cNvSpPr/>
              <p:nvPr/>
            </p:nvSpPr>
            <p:spPr>
              <a:xfrm flipH="1">
                <a:off x="545400" y="27432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9" name="Google Shape;455;p10"/>
              <p:cNvSpPr/>
              <p:nvPr/>
            </p:nvSpPr>
            <p:spPr>
              <a:xfrm flipH="1">
                <a:off x="372600" y="365760"/>
                <a:ext cx="84960" cy="84960"/>
              </a:xfrm>
              <a:custGeom>
                <a:avLst/>
                <a:gdLst>
                  <a:gd name="textAreaLeft" fmla="*/ 360 w 84960"/>
                  <a:gd name="textAreaRight" fmla="*/ 8568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0" name="Google Shape;456;p10"/>
              <p:cNvSpPr/>
              <p:nvPr/>
            </p:nvSpPr>
            <p:spPr>
              <a:xfrm flipH="1">
                <a:off x="947160" y="1222200"/>
                <a:ext cx="84960" cy="84960"/>
              </a:xfrm>
              <a:custGeom>
                <a:avLst/>
                <a:gdLst>
                  <a:gd name="textAreaLeft" fmla="*/ 360 w 84960"/>
                  <a:gd name="textAreaRight" fmla="*/ 8568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1" name="Google Shape;457;p10"/>
              <p:cNvSpPr/>
              <p:nvPr/>
            </p:nvSpPr>
            <p:spPr>
              <a:xfrm flipH="1">
                <a:off x="235440" y="147744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2" name="Google Shape;458;p10"/>
              <p:cNvSpPr/>
              <p:nvPr/>
            </p:nvSpPr>
            <p:spPr>
              <a:xfrm flipH="1">
                <a:off x="1397520" y="100728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3" name="Google Shape;459;p10"/>
              <p:cNvSpPr/>
              <p:nvPr/>
            </p:nvSpPr>
            <p:spPr>
              <a:xfrm flipH="1">
                <a:off x="1243080" y="660240"/>
                <a:ext cx="94320" cy="9540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4" name="Google Shape;460;p10"/>
              <p:cNvSpPr/>
              <p:nvPr/>
            </p:nvSpPr>
            <p:spPr>
              <a:xfrm flipH="1">
                <a:off x="1051200" y="77040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Google Shape;461;p10"/>
              <p:cNvSpPr/>
              <p:nvPr/>
            </p:nvSpPr>
            <p:spPr>
              <a:xfrm flipH="1">
                <a:off x="741600" y="75204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6" name="Google Shape;462;p10"/>
              <p:cNvSpPr/>
              <p:nvPr/>
            </p:nvSpPr>
            <p:spPr>
              <a:xfrm flipH="1">
                <a:off x="1188360" y="86148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Google Shape;463;p10"/>
              <p:cNvSpPr/>
              <p:nvPr/>
            </p:nvSpPr>
            <p:spPr>
              <a:xfrm flipH="1">
                <a:off x="996840" y="93420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8" name="Google Shape;464;p10"/>
              <p:cNvSpPr/>
              <p:nvPr/>
            </p:nvSpPr>
            <p:spPr>
              <a:xfrm flipH="1">
                <a:off x="368280" y="48744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9" name="Google Shape;465;p10"/>
              <p:cNvSpPr/>
              <p:nvPr/>
            </p:nvSpPr>
            <p:spPr>
              <a:xfrm flipH="1">
                <a:off x="960120" y="15912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10" name="Google Shape;466;p10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293040" y="888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1" name="Google Shape;467;p10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20000" y="633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2" name="Google Shape;468;p10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0" y="-243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313" name="Google Shape;469;p10"/>
          <p:cNvGrpSpPr/>
          <p:nvPr/>
        </p:nvGrpSpPr>
        <p:grpSpPr>
          <a:xfrm>
            <a:off x="7370640" y="2551680"/>
            <a:ext cx="1599480" cy="3175560"/>
            <a:chOff x="7370640" y="2551680"/>
            <a:chExt cx="1599480" cy="3175560"/>
          </a:xfrm>
        </p:grpSpPr>
        <p:grpSp>
          <p:nvGrpSpPr>
            <p:cNvPr id="1314" name="Google Shape;470;p10"/>
            <p:cNvGrpSpPr/>
            <p:nvPr/>
          </p:nvGrpSpPr>
          <p:grpSpPr>
            <a:xfrm>
              <a:off x="7929360" y="3156120"/>
              <a:ext cx="1040760" cy="2571120"/>
              <a:chOff x="7929360" y="3156120"/>
              <a:chExt cx="1040760" cy="2571120"/>
            </a:xfrm>
          </p:grpSpPr>
          <p:sp>
            <p:nvSpPr>
              <p:cNvPr id="1315" name="Google Shape;471;p10"/>
              <p:cNvSpPr/>
              <p:nvPr/>
            </p:nvSpPr>
            <p:spPr>
              <a:xfrm flipH="1">
                <a:off x="7988040" y="403812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6" name="Google Shape;472;p10"/>
              <p:cNvSpPr/>
              <p:nvPr/>
            </p:nvSpPr>
            <p:spPr>
              <a:xfrm flipH="1">
                <a:off x="7995240" y="322488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7" name="Google Shape;473;p10"/>
              <p:cNvSpPr/>
              <p:nvPr/>
            </p:nvSpPr>
            <p:spPr>
              <a:xfrm flipH="1">
                <a:off x="8055720" y="342288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8" name="Google Shape;474;p10"/>
              <p:cNvSpPr/>
              <p:nvPr/>
            </p:nvSpPr>
            <p:spPr>
              <a:xfrm flipH="1">
                <a:off x="8202600" y="359892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9" name="Google Shape;475;p10"/>
              <p:cNvSpPr/>
              <p:nvPr/>
            </p:nvSpPr>
            <p:spPr>
              <a:xfrm flipH="1">
                <a:off x="8228520" y="350532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0" name="Google Shape;476;p10"/>
              <p:cNvSpPr/>
              <p:nvPr/>
            </p:nvSpPr>
            <p:spPr>
              <a:xfrm flipH="1">
                <a:off x="8620200" y="400788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1" name="Google Shape;477;p10"/>
              <p:cNvSpPr/>
              <p:nvPr/>
            </p:nvSpPr>
            <p:spPr>
              <a:xfrm flipH="1">
                <a:off x="8605800" y="440676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2" name="Google Shape;478;p10"/>
              <p:cNvSpPr/>
              <p:nvPr/>
            </p:nvSpPr>
            <p:spPr>
              <a:xfrm flipH="1">
                <a:off x="7929000" y="40075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3" name="Google Shape;479;p10"/>
              <p:cNvSpPr/>
              <p:nvPr/>
            </p:nvSpPr>
            <p:spPr>
              <a:xfrm flipH="1">
                <a:off x="8057160" y="31561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4" name="Google Shape;480;p10"/>
              <p:cNvSpPr/>
              <p:nvPr/>
            </p:nvSpPr>
            <p:spPr>
              <a:xfrm flipH="1">
                <a:off x="8667000" y="531000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5" name="Google Shape;481;p10"/>
              <p:cNvSpPr/>
              <p:nvPr/>
            </p:nvSpPr>
            <p:spPr>
              <a:xfrm flipH="1">
                <a:off x="8576640" y="43689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6" name="Google Shape;482;p10"/>
              <p:cNvSpPr/>
              <p:nvPr/>
            </p:nvSpPr>
            <p:spPr>
              <a:xfrm flipH="1">
                <a:off x="8899560" y="480564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7" name="Google Shape;483;p10"/>
              <p:cNvSpPr/>
              <p:nvPr/>
            </p:nvSpPr>
            <p:spPr>
              <a:xfrm flipH="1">
                <a:off x="8290440" y="38566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8" name="Google Shape;484;p10"/>
              <p:cNvSpPr/>
              <p:nvPr/>
            </p:nvSpPr>
            <p:spPr>
              <a:xfrm flipH="1">
                <a:off x="8169840" y="37436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9" name="Google Shape;485;p10"/>
              <p:cNvSpPr/>
              <p:nvPr/>
            </p:nvSpPr>
            <p:spPr>
              <a:xfrm flipH="1">
                <a:off x="8068680" y="33483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0" name="Google Shape;486;p10"/>
              <p:cNvSpPr/>
              <p:nvPr/>
            </p:nvSpPr>
            <p:spPr>
              <a:xfrm flipH="1">
                <a:off x="8196480" y="34308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1" name="Google Shape;487;p10"/>
              <p:cNvSpPr/>
              <p:nvPr/>
            </p:nvSpPr>
            <p:spPr>
              <a:xfrm flipH="1">
                <a:off x="8136360" y="35442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2" name="Google Shape;488;p10"/>
              <p:cNvSpPr/>
              <p:nvPr/>
            </p:nvSpPr>
            <p:spPr>
              <a:xfrm flipH="1">
                <a:off x="8686440" y="42519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3" name="Google Shape;489;p10"/>
              <p:cNvSpPr/>
              <p:nvPr/>
            </p:nvSpPr>
            <p:spPr>
              <a:xfrm flipH="1">
                <a:off x="8773200" y="564912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4" name="Google Shape;490;p10"/>
              <p:cNvSpPr/>
              <p:nvPr/>
            </p:nvSpPr>
            <p:spPr>
              <a:xfrm flipH="1">
                <a:off x="8825400" y="54565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5" name="Google Shape;491;p10"/>
              <p:cNvSpPr/>
              <p:nvPr/>
            </p:nvSpPr>
            <p:spPr>
              <a:xfrm flipH="1">
                <a:off x="8524800" y="53571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36" name="Google Shape;492;p10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508520" y="2551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37" name="Google Shape;493;p10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370640" y="35031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IG_NUMB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2" name="Google Shape;495;p1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3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44" name="Google Shape;498;p11"/>
          <p:cNvGrpSpPr/>
          <p:nvPr/>
        </p:nvGrpSpPr>
        <p:grpSpPr>
          <a:xfrm>
            <a:off x="-1684440" y="361800"/>
            <a:ext cx="3475080" cy="1747800"/>
            <a:chOff x="-1684440" y="361800"/>
            <a:chExt cx="3475080" cy="1747800"/>
          </a:xfrm>
        </p:grpSpPr>
        <p:grpSp>
          <p:nvGrpSpPr>
            <p:cNvPr id="1345" name="Google Shape;499;p11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1346" name="Google Shape;500;p11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7" name="Google Shape;501;p11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8" name="Google Shape;502;p11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9" name="Google Shape;503;p11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0" name="Google Shape;504;p11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1" name="Google Shape;505;p11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2" name="Google Shape;506;p11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3" name="Google Shape;507;p11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4" name="Google Shape;508;p11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5" name="Google Shape;509;p11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6" name="Google Shape;510;p11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7" name="Google Shape;511;p11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8" name="Google Shape;512;p11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9" name="Google Shape;513;p11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0" name="Google Shape;514;p11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1" name="Google Shape;515;p11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2" name="Google Shape;516;p11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3" name="Google Shape;517;p11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4" name="Google Shape;518;p11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5" name="Google Shape;519;p11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6" name="Google Shape;520;p11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67" name="Google Shape;521;p1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13800" y="74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8" name="Google Shape;522;p1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15360" y="932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9" name="Google Shape;523;p1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-129600" y="421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370" name="Google Shape;524;p11"/>
          <p:cNvGrpSpPr/>
          <p:nvPr/>
        </p:nvGrpSpPr>
        <p:grpSpPr>
          <a:xfrm>
            <a:off x="7315560" y="3550320"/>
            <a:ext cx="4028400" cy="1908360"/>
            <a:chOff x="7315560" y="3550320"/>
            <a:chExt cx="4028400" cy="1908360"/>
          </a:xfrm>
        </p:grpSpPr>
        <p:grpSp>
          <p:nvGrpSpPr>
            <p:cNvPr id="1371" name="Google Shape;525;p11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1372" name="Google Shape;526;p11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3" name="Google Shape;527;p11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4" name="Google Shape;528;p11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5" name="Google Shape;529;p11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6" name="Google Shape;530;p11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7" name="Google Shape;531;p11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8" name="Google Shape;532;p11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9" name="Google Shape;533;p11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0" name="Google Shape;534;p11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1" name="Google Shape;535;p11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2" name="Google Shape;536;p11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3" name="Google Shape;537;p11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4" name="Google Shape;538;p11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5" name="Google Shape;539;p11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6" name="Google Shape;540;p11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7" name="Google Shape;541;p11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8" name="Google Shape;542;p11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9" name="Google Shape;543;p11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0" name="Google Shape;544;p11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1" name="Google Shape;545;p11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2" name="Google Shape;546;p11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3" name="Google Shape;547;p11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4" name="Google Shape;548;p11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5" name="Google Shape;549;p11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6" name="Google Shape;550;p11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7" name="Google Shape;551;p11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8" name="Google Shape;552;p11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9" name="Google Shape;553;p11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0" name="Google Shape;554;p11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1" name="Google Shape;555;p11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02" name="Google Shape;556;p1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315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3" name="Google Shape;557;p11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289720" y="3550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4" name="Google Shape;558;p11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341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title"/>
          </p:nvPr>
        </p:nvSpPr>
        <p:spPr>
          <a:xfrm>
            <a:off x="716760" y="510840"/>
            <a:ext cx="771012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2"/>
    <p:sldLayoutId id="2147483676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14.png"/><Relationship Id="rId7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title"/>
          </p:nvPr>
        </p:nvSpPr>
        <p:spPr>
          <a:xfrm>
            <a:off x="992520" y="1027800"/>
            <a:ext cx="6006240" cy="22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419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CyberAI </a:t>
            </a:r>
            <a:br>
              <a:rPr sz="5000"/>
            </a:br>
            <a:r>
              <a:rPr b="0" lang="es-419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project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PlaceHolder 2"/>
          <p:cNvSpPr>
            <a:spLocks noGrp="1"/>
          </p:cNvSpPr>
          <p:nvPr>
            <p:ph type="subTitle"/>
          </p:nvPr>
        </p:nvSpPr>
        <p:spPr>
          <a:xfrm>
            <a:off x="1962720" y="3706200"/>
            <a:ext cx="5218560" cy="40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Agente Táctico de Cyberseguridad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08" name="Google Shape;1413;p29"/>
          <p:cNvCxnSpPr/>
          <p:nvPr/>
        </p:nvCxnSpPr>
        <p:spPr>
          <a:xfrm>
            <a:off x="2145600" y="3459600"/>
            <a:ext cx="485280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grpSp>
        <p:nvGrpSpPr>
          <p:cNvPr id="1409" name="Google Shape;1414;p29"/>
          <p:cNvGrpSpPr/>
          <p:nvPr/>
        </p:nvGrpSpPr>
        <p:grpSpPr>
          <a:xfrm>
            <a:off x="0" y="3058920"/>
            <a:ext cx="1731240" cy="3125520"/>
            <a:chOff x="0" y="3058920"/>
            <a:chExt cx="1731240" cy="3125520"/>
          </a:xfrm>
        </p:grpSpPr>
        <p:grpSp>
          <p:nvGrpSpPr>
            <p:cNvPr id="1410" name="Google Shape;1415;p29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1411" name="Google Shape;1416;p29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2" name="Google Shape;1417;p29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3" name="Google Shape;1418;p29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4" name="Google Shape;1419;p29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5" name="Google Shape;1420;p29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6" name="Google Shape;1421;p29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7" name="Google Shape;1422;p29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8" name="Google Shape;1423;p29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9" name="Google Shape;1424;p29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0" name="Google Shape;1425;p29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1" name="Google Shape;1426;p29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2" name="Google Shape;1427;p29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3" name="Google Shape;1428;p29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4" name="Google Shape;1429;p29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5" name="Google Shape;1430;p29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6" name="Google Shape;1431;p29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7" name="Google Shape;1432;p29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8" name="Google Shape;1433;p29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9" name="Google Shape;1434;p29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0" name="Google Shape;1435;p29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1" name="Google Shape;1436;p29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32" name="Google Shape;1437;p29" descr=""/>
            <p:cNvPicPr/>
            <p:nvPr/>
          </p:nvPicPr>
          <p:blipFill>
            <a:blip r:embed="rId1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33" name="Google Shape;1438;p29" descr=""/>
            <p:cNvPicPr/>
            <p:nvPr/>
          </p:nvPicPr>
          <p:blipFill>
            <a:blip r:embed="rId2">
              <a:alphaModFix amt="26000"/>
            </a:blip>
            <a:stretch/>
          </p:blipFill>
          <p:spPr>
            <a:xfrm>
              <a:off x="0" y="4236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34" name="Google Shape;1439;p29"/>
          <p:cNvGrpSpPr/>
          <p:nvPr/>
        </p:nvGrpSpPr>
        <p:grpSpPr>
          <a:xfrm>
            <a:off x="7093440" y="-149400"/>
            <a:ext cx="3508200" cy="2543760"/>
            <a:chOff x="7093440" y="-149400"/>
            <a:chExt cx="3508200" cy="2543760"/>
          </a:xfrm>
        </p:grpSpPr>
        <p:grpSp>
          <p:nvGrpSpPr>
            <p:cNvPr id="1435" name="Google Shape;1440;p29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1436" name="Google Shape;1441;p29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7" name="Google Shape;1442;p29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8" name="Google Shape;1443;p29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9" name="Google Shape;1444;p29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0" name="Google Shape;1445;p29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1" name="Google Shape;1446;p29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2" name="Google Shape;1447;p29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3" name="Google Shape;1448;p29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4" name="Google Shape;1449;p29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5" name="Google Shape;1450;p29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6" name="Google Shape;1451;p29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7" name="Google Shape;1452;p29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8" name="Google Shape;1453;p29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9" name="Google Shape;1454;p29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0" name="Google Shape;1455;p29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1" name="Google Shape;1456;p29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2" name="Google Shape;1457;p29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3" name="Google Shape;1458;p29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4" name="Google Shape;1459;p29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5" name="Google Shape;1460;p29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6" name="Google Shape;1461;p29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7" name="Google Shape;1462;p29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8" name="Google Shape;1463;p29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9" name="Google Shape;1464;p29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0" name="Google Shape;1465;p29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1" name="Google Shape;1466;p29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62" name="Google Shape;1467;p2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09344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3" name="Google Shape;1468;p2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840080" y="-149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4" name="Google Shape;1469;p2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125920" y="1027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65" name="Google Shape;1470;p29"/>
          <p:cNvGrpSpPr/>
          <p:nvPr/>
        </p:nvGrpSpPr>
        <p:grpSpPr>
          <a:xfrm>
            <a:off x="-1312560" y="155160"/>
            <a:ext cx="3417480" cy="1688040"/>
            <a:chOff x="-1312560" y="155160"/>
            <a:chExt cx="3417480" cy="1688040"/>
          </a:xfrm>
        </p:grpSpPr>
        <p:grpSp>
          <p:nvGrpSpPr>
            <p:cNvPr id="1466" name="Google Shape;1471;p29"/>
            <p:cNvGrpSpPr/>
            <p:nvPr/>
          </p:nvGrpSpPr>
          <p:grpSpPr>
            <a:xfrm>
              <a:off x="-1312560" y="155160"/>
              <a:ext cx="2906640" cy="1177200"/>
              <a:chOff x="-1312560" y="155160"/>
              <a:chExt cx="2906640" cy="1177200"/>
            </a:xfrm>
          </p:grpSpPr>
          <p:sp>
            <p:nvSpPr>
              <p:cNvPr id="1467" name="Google Shape;1472;p29"/>
              <p:cNvSpPr/>
              <p:nvPr/>
            </p:nvSpPr>
            <p:spPr>
              <a:xfrm>
                <a:off x="-898200" y="50076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8" name="Google Shape;1473;p29"/>
              <p:cNvSpPr/>
              <p:nvPr/>
            </p:nvSpPr>
            <p:spPr>
              <a:xfrm>
                <a:off x="899640" y="101916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9" name="Google Shape;1474;p29"/>
              <p:cNvSpPr/>
              <p:nvPr/>
            </p:nvSpPr>
            <p:spPr>
              <a:xfrm>
                <a:off x="-802800" y="39852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0" name="Google Shape;1475;p29"/>
              <p:cNvSpPr/>
              <p:nvPr/>
            </p:nvSpPr>
            <p:spPr>
              <a:xfrm>
                <a:off x="-875880" y="36432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1" name="Google Shape;1476;p29"/>
              <p:cNvSpPr/>
              <p:nvPr/>
            </p:nvSpPr>
            <p:spPr>
              <a:xfrm>
                <a:off x="-1229400" y="33048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2" name="Google Shape;1477;p29"/>
              <p:cNvSpPr/>
              <p:nvPr/>
            </p:nvSpPr>
            <p:spPr>
              <a:xfrm>
                <a:off x="-285120" y="22068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3" name="Google Shape;1478;p29"/>
              <p:cNvSpPr/>
              <p:nvPr/>
            </p:nvSpPr>
            <p:spPr>
              <a:xfrm>
                <a:off x="-1010520" y="27936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4" name="Google Shape;1479;p29"/>
              <p:cNvSpPr/>
              <p:nvPr/>
            </p:nvSpPr>
            <p:spPr>
              <a:xfrm>
                <a:off x="552240" y="125280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5" name="Google Shape;1480;p29"/>
              <p:cNvSpPr/>
              <p:nvPr/>
            </p:nvSpPr>
            <p:spPr>
              <a:xfrm>
                <a:off x="1514160" y="110772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6" name="Google Shape;1481;p29"/>
              <p:cNvSpPr/>
              <p:nvPr/>
            </p:nvSpPr>
            <p:spPr>
              <a:xfrm>
                <a:off x="-920880" y="41832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7" name="Google Shape;1482;p29"/>
              <p:cNvSpPr/>
              <p:nvPr/>
            </p:nvSpPr>
            <p:spPr>
              <a:xfrm>
                <a:off x="143640" y="52056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8" name="Google Shape;1483;p29"/>
              <p:cNvSpPr/>
              <p:nvPr/>
            </p:nvSpPr>
            <p:spPr>
              <a:xfrm>
                <a:off x="-350640" y="1551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9" name="Google Shape;1484;p29"/>
              <p:cNvSpPr/>
              <p:nvPr/>
            </p:nvSpPr>
            <p:spPr>
              <a:xfrm>
                <a:off x="722520" y="84420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0" name="Google Shape;1485;p29"/>
              <p:cNvSpPr/>
              <p:nvPr/>
            </p:nvSpPr>
            <p:spPr>
              <a:xfrm>
                <a:off x="849960" y="98028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1" name="Google Shape;1486;p29"/>
              <p:cNvSpPr/>
              <p:nvPr/>
            </p:nvSpPr>
            <p:spPr>
              <a:xfrm>
                <a:off x="1288800" y="10864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2" name="Google Shape;1487;p29"/>
              <p:cNvSpPr/>
              <p:nvPr/>
            </p:nvSpPr>
            <p:spPr>
              <a:xfrm>
                <a:off x="1195560" y="9414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3" name="Google Shape;1488;p29"/>
              <p:cNvSpPr/>
              <p:nvPr/>
            </p:nvSpPr>
            <p:spPr>
              <a:xfrm>
                <a:off x="1067400" y="1009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4" name="Google Shape;1489;p29"/>
              <p:cNvSpPr/>
              <p:nvPr/>
            </p:nvSpPr>
            <p:spPr>
              <a:xfrm>
                <a:off x="266760" y="388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5" name="Google Shape;1490;p29"/>
              <p:cNvSpPr/>
              <p:nvPr/>
            </p:nvSpPr>
            <p:spPr>
              <a:xfrm>
                <a:off x="-1312560" y="29016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6" name="Google Shape;1491;p29"/>
              <p:cNvSpPr/>
              <p:nvPr/>
            </p:nvSpPr>
            <p:spPr>
              <a:xfrm>
                <a:off x="-1094400" y="23004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7" name="Google Shape;1492;p29"/>
              <p:cNvSpPr/>
              <p:nvPr/>
            </p:nvSpPr>
            <p:spPr>
              <a:xfrm>
                <a:off x="-982080" y="5702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88" name="Google Shape;1493;p2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0" y="666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89" name="Google Shape;1494;p29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928080" y="534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490" name="" descr=""/>
          <p:cNvPicPr/>
          <p:nvPr/>
        </p:nvPicPr>
        <p:blipFill>
          <a:blip r:embed="rId8">
            <a:alphaModFix amt="26000"/>
          </a:blip>
          <a:stretch/>
        </p:blipFill>
        <p:spPr>
          <a:xfrm>
            <a:off x="5508000" y="1800000"/>
            <a:ext cx="1210680" cy="13946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PlaceHolder 1"/>
          <p:cNvSpPr>
            <a:spLocks noGrp="1"/>
          </p:cNvSpPr>
          <p:nvPr>
            <p:ph type="subTitle"/>
          </p:nvPr>
        </p:nvSpPr>
        <p:spPr>
          <a:xfrm>
            <a:off x="72000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Descripción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2"/>
          <p:cNvSpPr>
            <a:spLocks noGrp="1"/>
          </p:cNvSpPr>
          <p:nvPr>
            <p:ph type="title"/>
          </p:nvPr>
        </p:nvSpPr>
        <p:spPr>
          <a:xfrm>
            <a:off x="129348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01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3"/>
          <p:cNvSpPr>
            <a:spLocks noGrp="1"/>
          </p:cNvSpPr>
          <p:nvPr>
            <p:ph type="title"/>
          </p:nvPr>
        </p:nvSpPr>
        <p:spPr>
          <a:xfrm>
            <a:off x="388404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02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PlaceHolder 4"/>
          <p:cNvSpPr>
            <a:spLocks noGrp="1"/>
          </p:cNvSpPr>
          <p:nvPr>
            <p:ph type="title"/>
          </p:nvPr>
        </p:nvSpPr>
        <p:spPr>
          <a:xfrm>
            <a:off x="647172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03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5"/>
          <p:cNvSpPr>
            <a:spLocks noGrp="1"/>
          </p:cNvSpPr>
          <p:nvPr>
            <p:ph type="title"/>
          </p:nvPr>
        </p:nvSpPr>
        <p:spPr>
          <a:xfrm>
            <a:off x="251748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04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6" name="PlaceHolder 6"/>
          <p:cNvSpPr>
            <a:spLocks noGrp="1"/>
          </p:cNvSpPr>
          <p:nvPr>
            <p:ph type="title"/>
          </p:nvPr>
        </p:nvSpPr>
        <p:spPr>
          <a:xfrm>
            <a:off x="510804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05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7" name="PlaceHolder 7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Tabla de contenidos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8"/>
          <p:cNvSpPr>
            <a:spLocks noGrp="1"/>
          </p:cNvSpPr>
          <p:nvPr>
            <p:ph type="subTitle"/>
          </p:nvPr>
        </p:nvSpPr>
        <p:spPr>
          <a:xfrm>
            <a:off x="331020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Stack tecnológico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PlaceHolder 9"/>
          <p:cNvSpPr>
            <a:spLocks noGrp="1"/>
          </p:cNvSpPr>
          <p:nvPr>
            <p:ph type="subTitle"/>
          </p:nvPr>
        </p:nvSpPr>
        <p:spPr>
          <a:xfrm>
            <a:off x="589788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microservicios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10"/>
          <p:cNvSpPr>
            <a:spLocks noGrp="1"/>
          </p:cNvSpPr>
          <p:nvPr>
            <p:ph type="subTitle"/>
          </p:nvPr>
        </p:nvSpPr>
        <p:spPr>
          <a:xfrm>
            <a:off x="1944000" y="370800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Depliegue cloud en  AWS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11"/>
          <p:cNvSpPr>
            <a:spLocks noGrp="1"/>
          </p:cNvSpPr>
          <p:nvPr>
            <p:ph type="subTitle"/>
          </p:nvPr>
        </p:nvSpPr>
        <p:spPr>
          <a:xfrm>
            <a:off x="4534200" y="370800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Retos técnicos y soluciones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502" name="Google Shape;1521;p31"/>
          <p:cNvCxnSpPr/>
          <p:nvPr/>
        </p:nvCxnSpPr>
        <p:spPr>
          <a:xfrm>
            <a:off x="927360" y="2863440"/>
            <a:ext cx="728928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Descripción del proyecto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2"/>
          <p:cNvSpPr>
            <a:spLocks noGrp="1"/>
          </p:cNvSpPr>
          <p:nvPr>
            <p:ph type="title"/>
          </p:nvPr>
        </p:nvSpPr>
        <p:spPr>
          <a:xfrm>
            <a:off x="2475360" y="1291320"/>
            <a:ext cx="107964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01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05" name="Google Shape;1536;p33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06" name="Google Shape;1537;p33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07" name="Google Shape;1538;p33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8" name="Google Shape;1539;p33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9" name="Google Shape;1540;p33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0" name="Google Shape;1541;p33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1" name="Google Shape;1542;p33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2" name="Google Shape;1543;p33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3" name="Google Shape;1544;p33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4" name="Google Shape;1545;p33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5" name="Google Shape;1546;p33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6" name="Google Shape;1547;p33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7" name="Google Shape;1548;p33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8" name="Google Shape;1549;p33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9" name="Google Shape;1550;p33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0" name="Google Shape;1551;p33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1" name="Google Shape;1552;p33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2" name="Google Shape;1553;p33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3" name="Google Shape;1554;p33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4" name="Google Shape;1555;p33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5" name="Google Shape;1556;p33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6" name="Google Shape;1557;p33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7" name="Google Shape;1558;p33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28" name="Google Shape;1559;p33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9" name="Google Shape;1560;p33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530" name="Google Shape;1561;p33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531" name="" descr=""/>
          <p:cNvPicPr/>
          <p:nvPr/>
        </p:nvPicPr>
        <p:blipFill>
          <a:blip r:embed="rId1">
            <a:alphaModFix amt="26000"/>
          </a:blip>
          <a:srcRect l="0" t="0" r="17317" b="0"/>
          <a:stretch/>
        </p:blipFill>
        <p:spPr>
          <a:xfrm>
            <a:off x="5220000" y="1908000"/>
            <a:ext cx="3240000" cy="26078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title"/>
          </p:nvPr>
        </p:nvSpPr>
        <p:spPr>
          <a:xfrm>
            <a:off x="972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Un agente de IA especializado en en Cyberseguridad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2"/>
          <p:cNvSpPr>
            <a:spLocks noGrp="1"/>
          </p:cNvSpPr>
          <p:nvPr>
            <p:ph type="subTitle"/>
          </p:nvPr>
        </p:nvSpPr>
        <p:spPr>
          <a:xfrm>
            <a:off x="931320" y="204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Herramienta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ubTitle"/>
          </p:nvPr>
        </p:nvSpPr>
        <p:spPr>
          <a:xfrm>
            <a:off x="4815000" y="204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Modelo de IA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PlaceHolder 4"/>
          <p:cNvSpPr>
            <a:spLocks noGrp="1"/>
          </p:cNvSpPr>
          <p:nvPr>
            <p:ph type="subTitle"/>
          </p:nvPr>
        </p:nvSpPr>
        <p:spPr>
          <a:xfrm>
            <a:off x="468000" y="2535480"/>
            <a:ext cx="3780000" cy="178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Definición: 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Plataforma de Inteligencia Táctica para la resolución de consultas técnicas de Ciberseguridad.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Capacidades: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Análisis de amenazas, guías de hardening y soporte en auditorías de seguridad en tiempo real.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Objetivo: 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Centralizar el conocimiento técnico complejo en una interfaz  ágil y persistente.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PlaceHolder 5"/>
          <p:cNvSpPr>
            <a:spLocks noGrp="1"/>
          </p:cNvSpPr>
          <p:nvPr>
            <p:ph type="subTitle"/>
          </p:nvPr>
        </p:nvSpPr>
        <p:spPr>
          <a:xfrm>
            <a:off x="4536000" y="2607480"/>
            <a:ext cx="3600000" cy="258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Motor: Basado en Llama 3.3 (70B), optimizado para razonamiento técnico y generación de código seguro.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Orquestación: Integrado mediante LangChain para la gestión de prompts técnicos y Groq para garantizar una respuesta ultra rápida (baja latencia).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Modo Atómico: </a:t>
            </a: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Cada consulta es independiente, el agente no tiene memoria de mensaje previo.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</p:txBody>
      </p:sp>
    </p:spTree>
  </p:cSld>
  <p:transition spd="slow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Stack tecnológico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02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39" name="Google Shape;1536;p 1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40" name="Google Shape;1537;p 1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41" name="Google Shape;1538;p 1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2" name="Google Shape;1539;p 1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3" name="Google Shape;1540;p 1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4" name="Google Shape;1541;p 1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5" name="Google Shape;1542;p 1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6" name="Google Shape;1543;p 1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7" name="Google Shape;1544;p 1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8" name="Google Shape;1545;p 1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9" name="Google Shape;1546;p 1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0" name="Google Shape;1547;p 1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1" name="Google Shape;1548;p 1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2" name="Google Shape;1549;p 1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3" name="Google Shape;1550;p 1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4" name="Google Shape;1551;p 1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5" name="Google Shape;1552;p 1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6" name="Google Shape;1553;p 1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7" name="Google Shape;1554;p 1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8" name="Google Shape;1555;p 1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9" name="Google Shape;1556;p 1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0" name="Google Shape;1557;p 1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1" name="Google Shape;1558;p 1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62" name="Google Shape;1559;p 1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3" name="Google Shape;1560;p 1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564" name="Google Shape;1561;p 1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565" name="" descr=""/>
          <p:cNvPicPr/>
          <p:nvPr/>
        </p:nvPicPr>
        <p:blipFill>
          <a:blip r:embed="rId1">
            <a:alphaModFix amt="26000"/>
          </a:blip>
          <a:srcRect l="4810" t="0" r="8562" b="0"/>
          <a:stretch/>
        </p:blipFill>
        <p:spPr>
          <a:xfrm>
            <a:off x="5220360" y="1830960"/>
            <a:ext cx="3239640" cy="24890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Recursos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Google Shape;1567;p 3"/>
          <p:cNvSpPr txBox="1"/>
          <p:nvPr/>
        </p:nvSpPr>
        <p:spPr>
          <a:xfrm>
            <a:off x="5251320" y="13320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APP Web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Google Shape;1569;p 3"/>
          <p:cNvSpPr txBox="1"/>
          <p:nvPr/>
        </p:nvSpPr>
        <p:spPr>
          <a:xfrm>
            <a:off x="4788000" y="1675080"/>
            <a:ext cx="37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Frontend vanilla (JS/Tailwind) + Backend Flask (Python)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9" name="Google Shape;1567;p 1"/>
          <p:cNvSpPr txBox="1"/>
          <p:nvPr/>
        </p:nvSpPr>
        <p:spPr>
          <a:xfrm>
            <a:off x="1327320" y="132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Google Shape;1569;p 1"/>
          <p:cNvSpPr txBox="1"/>
          <p:nvPr/>
        </p:nvSpPr>
        <p:spPr>
          <a:xfrm>
            <a:off x="1080000" y="1671120"/>
            <a:ext cx="3420000" cy="12088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LangChain + Groq (Llama 3.3 70B)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Google Shape;1567;p 2"/>
          <p:cNvSpPr txBox="1"/>
          <p:nvPr/>
        </p:nvSpPr>
        <p:spPr>
          <a:xfrm>
            <a:off x="1368000" y="341244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Persistencia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2" name="Google Shape;1569;p 2"/>
          <p:cNvSpPr txBox="1"/>
          <p:nvPr/>
        </p:nvSpPr>
        <p:spPr>
          <a:xfrm>
            <a:off x="1368000" y="375516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PostgreSQL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Google Shape;1567;p 4"/>
          <p:cNvSpPr txBox="1"/>
          <p:nvPr/>
        </p:nvSpPr>
        <p:spPr>
          <a:xfrm>
            <a:off x="5328360" y="34128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Infraestructura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Google Shape;1569;p 4"/>
          <p:cNvSpPr txBox="1"/>
          <p:nvPr/>
        </p:nvSpPr>
        <p:spPr>
          <a:xfrm>
            <a:off x="5328360" y="375552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 &amp; AWS EC2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5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1987200" y="2023200"/>
            <a:ext cx="748800" cy="7488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76" name="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2973960" y="2160000"/>
            <a:ext cx="446040" cy="4460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77" name="" descr=""/>
          <p:cNvPicPr/>
          <p:nvPr/>
        </p:nvPicPr>
        <p:blipFill>
          <a:blip r:embed="rId3">
            <a:alphaModFix amt="26000"/>
          </a:blip>
          <a:stretch/>
        </p:blipFill>
        <p:spPr>
          <a:xfrm>
            <a:off x="5401080" y="2376000"/>
            <a:ext cx="682920" cy="6537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578" name=""/>
          <p:cNvSpPr txBox="1"/>
          <p:nvPr/>
        </p:nvSpPr>
        <p:spPr>
          <a:xfrm>
            <a:off x="6186960" y="2452680"/>
            <a:ext cx="581040" cy="355320"/>
          </a:xfrm>
          <a:prstGeom prst="rect">
            <a:avLst/>
          </a:prstGeom>
          <a:blipFill rotWithShape="0">
            <a:blip r:embed="rId4">
              <a:alphaModFix amt="26000"/>
            </a:blip>
            <a:stretch/>
          </a:blipFill>
          <a:ln w="72000">
            <a:noFill/>
          </a:ln>
        </p:spPr>
        <p:txBody>
          <a:bodyPr lIns="90000" rIns="90000" tIns="45000" bIns="45000" anchor="ctr" anchorCtr="1">
            <a:noAutofit/>
          </a:bodyPr>
          <a:p>
            <a:pPr algn="ctr"/>
            <a:r>
              <a: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9" name="" descr=""/>
          <p:cNvPicPr/>
          <p:nvPr/>
        </p:nvPicPr>
        <p:blipFill>
          <a:blip r:embed="rId5">
            <a:alphaModFix amt="26000"/>
          </a:blip>
          <a:stretch/>
        </p:blipFill>
        <p:spPr>
          <a:xfrm>
            <a:off x="6876000" y="2412000"/>
            <a:ext cx="426600" cy="4266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0" name="" descr=""/>
          <p:cNvPicPr/>
          <p:nvPr/>
        </p:nvPicPr>
        <p:blipFill>
          <a:blip r:embed="rId6">
            <a:alphaModFix amt="26000"/>
          </a:blip>
          <a:srcRect l="31087" t="15404" r="34504" b="15298"/>
          <a:stretch/>
        </p:blipFill>
        <p:spPr>
          <a:xfrm>
            <a:off x="7479720" y="2376000"/>
            <a:ext cx="476280" cy="5396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1" name="" descr=""/>
          <p:cNvPicPr/>
          <p:nvPr/>
        </p:nvPicPr>
        <p:blipFill>
          <a:blip r:embed="rId7">
            <a:alphaModFix amt="26000"/>
          </a:blip>
          <a:stretch/>
        </p:blipFill>
        <p:spPr>
          <a:xfrm>
            <a:off x="2407320" y="4207320"/>
            <a:ext cx="652680" cy="65268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2" name="" descr=""/>
          <p:cNvPicPr/>
          <p:nvPr/>
        </p:nvPicPr>
        <p:blipFill>
          <a:blip r:embed="rId8">
            <a:alphaModFix amt="26000"/>
          </a:blip>
          <a:stretch/>
        </p:blipFill>
        <p:spPr>
          <a:xfrm>
            <a:off x="6156000" y="4201560"/>
            <a:ext cx="514440" cy="5144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3" name="" descr=""/>
          <p:cNvPicPr/>
          <p:nvPr/>
        </p:nvPicPr>
        <p:blipFill>
          <a:blip r:embed="rId9">
            <a:alphaModFix amt="26000"/>
          </a:blip>
          <a:stretch/>
        </p:blipFill>
        <p:spPr>
          <a:xfrm>
            <a:off x="6696000" y="4074120"/>
            <a:ext cx="1047600" cy="78588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title"/>
          </p:nvPr>
        </p:nvSpPr>
        <p:spPr>
          <a:xfrm>
            <a:off x="576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general de la web app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5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2340000" y="1442160"/>
            <a:ext cx="4860000" cy="323784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title"/>
          </p:nvPr>
        </p:nvSpPr>
        <p:spPr>
          <a:xfrm>
            <a:off x="828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6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del backend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7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1872000" y="1212120"/>
            <a:ext cx="5580000" cy="371736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microservicios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03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0" name="Google Shape;1536;p 2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91" name="Google Shape;1537;p 2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92" name="Google Shape;1538;p 2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3" name="Google Shape;1539;p 2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4" name="Google Shape;1540;p 2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5" name="Google Shape;1541;p 2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6" name="Google Shape;1542;p 2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7" name="Google Shape;1543;p 2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8" name="Google Shape;1544;p 2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9" name="Google Shape;1545;p 2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0" name="Google Shape;1546;p 2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1" name="Google Shape;1547;p 2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2" name="Google Shape;1548;p 2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3" name="Google Shape;1549;p 2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4" name="Google Shape;1550;p 2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5" name="Google Shape;1551;p 2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6" name="Google Shape;1552;p 2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7" name="Google Shape;1553;p 2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8" name="Google Shape;1554;p 2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9" name="Google Shape;1555;p 2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0" name="Google Shape;1556;p 2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1" name="Google Shape;1557;p 2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2" name="Google Shape;1558;p 2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13" name="Google Shape;1559;p 2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4" name="Google Shape;1560;p 2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615" name="Google Shape;1561;p 2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616" name="" descr=""/>
          <p:cNvPicPr/>
          <p:nvPr/>
        </p:nvPicPr>
        <p:blipFill>
          <a:blip r:embed="rId1">
            <a:alphaModFix amt="26000"/>
          </a:blip>
          <a:srcRect l="29373" t="0" r="14439" b="0"/>
          <a:stretch/>
        </p:blipFill>
        <p:spPr>
          <a:xfrm>
            <a:off x="5384520" y="1800000"/>
            <a:ext cx="3075480" cy="270000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Contenerización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18" name=""/>
          <p:cNvSpPr/>
          <p:nvPr/>
        </p:nvSpPr>
        <p:spPr>
          <a:xfrm>
            <a:off x="2772000" y="4212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19" name=""/>
          <p:cNvSpPr/>
          <p:nvPr/>
        </p:nvSpPr>
        <p:spPr>
          <a:xfrm>
            <a:off x="2772000" y="3744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20" name=""/>
          <p:cNvSpPr/>
          <p:nvPr/>
        </p:nvSpPr>
        <p:spPr>
          <a:xfrm>
            <a:off x="2772000" y="3276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"/>
          <p:cNvSpPr/>
          <p:nvPr/>
        </p:nvSpPr>
        <p:spPr>
          <a:xfrm>
            <a:off x="2772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2" name=""/>
          <p:cNvSpPr/>
          <p:nvPr/>
        </p:nvSpPr>
        <p:spPr>
          <a:xfrm>
            <a:off x="3744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4716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"/>
          <p:cNvSpPr/>
          <p:nvPr/>
        </p:nvSpPr>
        <p:spPr>
          <a:xfrm>
            <a:off x="5652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Google Shape;1569;p 5"/>
          <p:cNvSpPr txBox="1"/>
          <p:nvPr/>
        </p:nvSpPr>
        <p:spPr>
          <a:xfrm>
            <a:off x="3492000" y="4176000"/>
            <a:ext cx="2160000" cy="396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INFRASTRUCTURE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Google Shape;1569;p 6"/>
          <p:cNvSpPr txBox="1"/>
          <p:nvPr/>
        </p:nvSpPr>
        <p:spPr>
          <a:xfrm>
            <a:off x="3312000" y="3708000"/>
            <a:ext cx="270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HOST OPERATING SYSTEM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Google Shape;1569;p 7"/>
          <p:cNvSpPr txBox="1"/>
          <p:nvPr/>
        </p:nvSpPr>
        <p:spPr>
          <a:xfrm>
            <a:off x="3492000" y="3240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Google Shape;1569;p 8"/>
          <p:cNvSpPr txBox="1"/>
          <p:nvPr/>
        </p:nvSpPr>
        <p:spPr>
          <a:xfrm rot="16200000">
            <a:off x="2385000" y="2205000"/>
            <a:ext cx="1566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chatbot_db 172.18.0.5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Google Shape;1569;p 9"/>
          <p:cNvSpPr txBox="1"/>
          <p:nvPr/>
        </p:nvSpPr>
        <p:spPr>
          <a:xfrm rot="16200000">
            <a:off x="3321000" y="2169000"/>
            <a:ext cx="1566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Pgadmin 172.18.0.3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0" name="Google Shape;1569;p 10"/>
          <p:cNvSpPr txBox="1"/>
          <p:nvPr/>
        </p:nvSpPr>
        <p:spPr>
          <a:xfrm rot="16200000">
            <a:off x="3996000" y="2196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chatbot_frontend 172.18.0.4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Google Shape;1569;p 11"/>
          <p:cNvSpPr txBox="1"/>
          <p:nvPr/>
        </p:nvSpPr>
        <p:spPr>
          <a:xfrm rot="16200000">
            <a:off x="5310000" y="2196000"/>
            <a:ext cx="1404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chatbot_api 172.18.0.2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32" name=""/>
          <p:cNvSpPr/>
          <p:nvPr/>
        </p:nvSpPr>
        <p:spPr>
          <a:xfrm>
            <a:off x="2772000" y="1404000"/>
            <a:ext cx="3600000" cy="216000"/>
          </a:xfrm>
          <a:prstGeom prst="roundRect">
            <a:avLst>
              <a:gd name="adj" fmla="val 16667"/>
            </a:avLst>
          </a:prstGeom>
          <a:solidFill>
            <a:srgbClr val="ff4000"/>
          </a:soli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Google Shape;1569;p 12"/>
          <p:cNvSpPr txBox="1"/>
          <p:nvPr/>
        </p:nvSpPr>
        <p:spPr>
          <a:xfrm>
            <a:off x="3492000" y="1296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Docker-compose.yml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Comunicación y Seguridad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Google Shape;1567;p 5"/>
          <p:cNvSpPr txBox="1"/>
          <p:nvPr/>
        </p:nvSpPr>
        <p:spPr>
          <a:xfrm>
            <a:off x="1368000" y="161244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Aislamiento 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6" name="Google Shape;1569;p 13"/>
          <p:cNvSpPr txBox="1"/>
          <p:nvPr/>
        </p:nvSpPr>
        <p:spPr>
          <a:xfrm>
            <a:off x="1368000" y="217116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 Compose crea una red virtual privada (bridge).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El backend se conecta a la base de datos usando una URL de conexión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La base de datos no es accesible desde Internet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Google Shape;1567;p 6"/>
          <p:cNvSpPr txBox="1"/>
          <p:nvPr/>
        </p:nvSpPr>
        <p:spPr>
          <a:xfrm>
            <a:off x="5040000" y="1612800"/>
            <a:ext cx="360000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Flask-CORS Middleware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Google Shape;1569;p 14"/>
          <p:cNvSpPr txBox="1"/>
          <p:nvPr/>
        </p:nvSpPr>
        <p:spPr>
          <a:xfrm>
            <a:off x="5436000" y="217152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Habilita la comunicación entre eel Frontend (puerto 3000) con la API (puerto 5000)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Autorización de  peticiones de orígenes específicos.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Comunicación fluida y segura entre microservicios sin comprometer la integridad del sistema.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Despliegue cloud en AWS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0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04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1" name="Google Shape;1536;p 3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642" name="Google Shape;1537;p 3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643" name="Google Shape;1538;p 3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4" name="Google Shape;1539;p 3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5" name="Google Shape;1540;p 3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6" name="Google Shape;1541;p 3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7" name="Google Shape;1542;p 3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8" name="Google Shape;1543;p 3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9" name="Google Shape;1544;p 3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0" name="Google Shape;1545;p 3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1" name="Google Shape;1546;p 3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2" name="Google Shape;1547;p 3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3" name="Google Shape;1548;p 3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4" name="Google Shape;1549;p 3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5" name="Google Shape;1550;p 3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6" name="Google Shape;1551;p 3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7" name="Google Shape;1552;p 3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8" name="Google Shape;1553;p 3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9" name="Google Shape;1554;p 3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0" name="Google Shape;1555;p 3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1" name="Google Shape;1556;p 3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2" name="Google Shape;1557;p 3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3" name="Google Shape;1558;p 3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64" name="Google Shape;1559;p 3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5" name="Google Shape;1560;p 3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666" name="Google Shape;1561;p 3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667" name="" descr=""/>
          <p:cNvPicPr/>
          <p:nvPr/>
        </p:nvPicPr>
        <p:blipFill>
          <a:blip r:embed="rId1">
            <a:alphaModFix amt="26000"/>
          </a:blip>
          <a:srcRect l="15015" t="0" r="11084" b="0"/>
          <a:stretch/>
        </p:blipFill>
        <p:spPr>
          <a:xfrm>
            <a:off x="5220000" y="1980000"/>
            <a:ext cx="3420000" cy="260172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589;p 2"/>
          <p:cNvSpPr txBox="1"/>
          <p:nvPr/>
        </p:nvSpPr>
        <p:spPr>
          <a:xfrm>
            <a:off x="72036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despliegue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9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2304000" y="3528000"/>
            <a:ext cx="864000" cy="8640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670" name="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3348000" y="3528000"/>
            <a:ext cx="889560" cy="8895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1" name="Google Shape;1569;p 15"/>
          <p:cNvSpPr txBox="1"/>
          <p:nvPr/>
        </p:nvSpPr>
        <p:spPr>
          <a:xfrm>
            <a:off x="2916000" y="3276000"/>
            <a:ext cx="1692000" cy="168480"/>
          </a:xfrm>
          <a:prstGeom prst="rect">
            <a:avLst/>
          </a:prstGeom>
          <a:noFill/>
          <a:ln w="0">
            <a:noFill/>
          </a:ln>
        </p:spPr>
        <p:txBody>
          <a:bodyPr tIns="77040" bIns="770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Ubuntu 24.04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2" name="" descr=""/>
          <p:cNvPicPr/>
          <p:nvPr/>
        </p:nvPicPr>
        <p:blipFill>
          <a:blip r:embed="rId3">
            <a:alphaModFix amt="26000"/>
          </a:blip>
          <a:stretch/>
        </p:blipFill>
        <p:spPr>
          <a:xfrm>
            <a:off x="3168000" y="1579320"/>
            <a:ext cx="1259640" cy="112068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3" name=""/>
          <p:cNvSpPr/>
          <p:nvPr/>
        </p:nvSpPr>
        <p:spPr>
          <a:xfrm flipV="1">
            <a:off x="3744000" y="2736000"/>
            <a:ext cx="0" cy="540000"/>
          </a:xfrm>
          <a:prstGeom prst="line">
            <a:avLst/>
          </a:prstGeom>
          <a:ln w="36000">
            <a:solidFill>
              <a:srgbClr val="00a9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Google Shape;1569;p 16"/>
          <p:cNvSpPr txBox="1"/>
          <p:nvPr/>
        </p:nvSpPr>
        <p:spPr>
          <a:xfrm>
            <a:off x="3708000" y="2844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docker compose up -d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5" name="" descr=""/>
          <p:cNvPicPr/>
          <p:nvPr/>
        </p:nvPicPr>
        <p:blipFill>
          <a:blip r:embed="rId4">
            <a:alphaModFix amt="26000"/>
          </a:blip>
          <a:stretch/>
        </p:blipFill>
        <p:spPr>
          <a:xfrm>
            <a:off x="7142040" y="3470040"/>
            <a:ext cx="1101960" cy="11019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6" name=""/>
          <p:cNvSpPr/>
          <p:nvPr/>
        </p:nvSpPr>
        <p:spPr>
          <a:xfrm flipH="1">
            <a:off x="4464000" y="3924000"/>
            <a:ext cx="2700000" cy="0"/>
          </a:xfrm>
          <a:prstGeom prst="line">
            <a:avLst/>
          </a:prstGeom>
          <a:ln w="36000">
            <a:solidFill>
              <a:srgbClr val="729fc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7" name="" descr=""/>
          <p:cNvPicPr/>
          <p:nvPr/>
        </p:nvPicPr>
        <p:blipFill>
          <a:blip r:embed="rId5">
            <a:alphaModFix amt="26000"/>
          </a:blip>
          <a:stretch/>
        </p:blipFill>
        <p:spPr>
          <a:xfrm>
            <a:off x="5544000" y="3274560"/>
            <a:ext cx="540000" cy="54000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8" name=""/>
          <p:cNvSpPr/>
          <p:nvPr/>
        </p:nvSpPr>
        <p:spPr>
          <a:xfrm>
            <a:off x="4464000" y="4068000"/>
            <a:ext cx="2700000" cy="0"/>
          </a:xfrm>
          <a:prstGeom prst="line">
            <a:avLst/>
          </a:prstGeom>
          <a:ln w="36000">
            <a:solidFill>
              <a:srgbClr val="729fc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Google Shape;1569;p 18"/>
          <p:cNvSpPr txBox="1"/>
          <p:nvPr/>
        </p:nvSpPr>
        <p:spPr>
          <a:xfrm>
            <a:off x="5112000" y="4048920"/>
            <a:ext cx="1620000" cy="9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000" strike="noStrike" u="none">
                <a:solidFill>
                  <a:srgbClr val="00a933"/>
                </a:solidFill>
                <a:effectLst/>
                <a:uFillTx/>
                <a:latin typeface="Saira"/>
              </a:rPr>
              <a:t>scp -i </a:t>
            </a:r>
            <a:endParaRPr b="0" lang="es" sz="2000" strike="noStrike" u="none">
              <a:solidFill>
                <a:srgbClr val="00a933"/>
              </a:solidFill>
              <a:effectLst/>
              <a:uFillTx/>
              <a:latin typeface="Saira"/>
              <a:ea typeface="Saira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" sz="1200" strike="noStrike" u="none">
              <a:solidFill>
                <a:srgbClr val="00a933"/>
              </a:solidFill>
              <a:effectLst/>
              <a:uFillTx/>
              <a:latin typeface="Saira"/>
              <a:ea typeface="Saira"/>
            </a:endParaRPr>
          </a:p>
        </p:txBody>
      </p:sp>
      <p:sp>
        <p:nvSpPr>
          <p:cNvPr id="1680" name="Google Shape;1569;p 19"/>
          <p:cNvSpPr txBox="1"/>
          <p:nvPr/>
        </p:nvSpPr>
        <p:spPr>
          <a:xfrm>
            <a:off x="7056000" y="3107520"/>
            <a:ext cx="1260000" cy="168480"/>
          </a:xfrm>
          <a:prstGeom prst="rect">
            <a:avLst/>
          </a:prstGeom>
          <a:noFill/>
          <a:ln w="0">
            <a:noFill/>
          </a:ln>
        </p:spPr>
        <p:txBody>
          <a:bodyPr tIns="77040" bIns="770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Máquina local Windows 11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2196000" y="3312000"/>
            <a:ext cx="2160000" cy="1260000"/>
          </a:xfrm>
          <a:prstGeom prst="rect">
            <a:avLst/>
          </a:prstGeom>
          <a:noFill/>
          <a:ln w="36000">
            <a:solidFill>
              <a:srgbClr val="ffb66c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2" name="" descr=""/>
          <p:cNvPicPr/>
          <p:nvPr/>
        </p:nvPicPr>
        <p:blipFill>
          <a:blip r:embed="rId6">
            <a:alphaModFix amt="26000"/>
          </a:blip>
          <a:stretch/>
        </p:blipFill>
        <p:spPr>
          <a:xfrm>
            <a:off x="972000" y="3420000"/>
            <a:ext cx="1260000" cy="945000"/>
          </a:xfrm>
          <a:prstGeom prst="rect">
            <a:avLst/>
          </a:prstGeom>
          <a:noFill/>
          <a:ln w="72000">
            <a:noFill/>
          </a:ln>
        </p:spPr>
      </p:pic>
      <p:cxnSp>
        <p:nvCxnSpPr>
          <p:cNvPr id="1683" name=""/>
          <p:cNvCxnSpPr>
            <a:endCxn id="1680" idx="0"/>
          </p:cNvCxnSpPr>
          <p:nvPr/>
        </p:nvCxnSpPr>
        <p:spPr>
          <a:xfrm flipH="1" rot="16200000">
            <a:off x="5518080" y="939240"/>
            <a:ext cx="1174320" cy="3162240"/>
          </a:xfrm>
          <a:prstGeom prst="bentConnector3">
            <a:avLst>
              <a:gd name="adj1" fmla="val 0"/>
            </a:avLst>
          </a:prstGeom>
          <a:ln w="36000">
            <a:solidFill>
              <a:srgbClr val="e16173"/>
            </a:solidFill>
            <a:round/>
            <a:tailEnd len="med" type="triangle" w="med"/>
          </a:ln>
        </p:spPr>
      </p:cxnSp>
      <p:sp>
        <p:nvSpPr>
          <p:cNvPr id="1684" name="Google Shape;1569;p 20"/>
          <p:cNvSpPr txBox="1"/>
          <p:nvPr/>
        </p:nvSpPr>
        <p:spPr>
          <a:xfrm>
            <a:off x="5220000" y="1908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0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  </a:t>
            </a:r>
            <a:r>
              <a:rPr b="0" lang="es" sz="1000" strike="noStrike" u="none">
                <a:solidFill>
                  <a:srgbClr val="e16173"/>
                </a:solidFill>
                <a:effectLst/>
                <a:uFillTx/>
                <a:latin typeface="Saira"/>
                <a:ea typeface="Saira"/>
              </a:rPr>
              <a:t>http://13.60.3.132:3000     http://13.60.3.132:5000   http://13.60.3.132:8080</a:t>
            </a:r>
            <a:r>
              <a:rPr b="0" lang="es" sz="10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 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Google Shape;1569;p 21"/>
          <p:cNvSpPr txBox="1"/>
          <p:nvPr/>
        </p:nvSpPr>
        <p:spPr>
          <a:xfrm>
            <a:off x="1764000" y="2988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100" strike="noStrike" u="none">
                <a:solidFill>
                  <a:srgbClr val="ffb66c"/>
                </a:solidFill>
                <a:effectLst/>
                <a:uFillTx/>
                <a:latin typeface="Saira"/>
                <a:ea typeface="Saira"/>
              </a:rPr>
              <a:t>INSTANCIA EC2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Retos técnicos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05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88" name="Google Shape;1536;p 4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689" name="Google Shape;1537;p 4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690" name="Google Shape;1538;p 4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1" name="Google Shape;1539;p 4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2" name="Google Shape;1540;p 4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3" name="Google Shape;1541;p 4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4" name="Google Shape;1542;p 4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5" name="Google Shape;1543;p 4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6" name="Google Shape;1544;p 4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7" name="Google Shape;1545;p 4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8" name="Google Shape;1546;p 4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9" name="Google Shape;1547;p 4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0" name="Google Shape;1548;p 4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1" name="Google Shape;1549;p 4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2" name="Google Shape;1550;p 4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3" name="Google Shape;1551;p 4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4" name="Google Shape;1552;p 4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5" name="Google Shape;1553;p 4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6" name="Google Shape;1554;p 4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7" name="Google Shape;1555;p 4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8" name="Google Shape;1556;p 4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9" name="Google Shape;1557;p 4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10" name="Google Shape;1558;p 4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711" name="Google Shape;1559;p 4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2" name="Google Shape;1560;p 4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713" name="Google Shape;1561;p 4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714" name="" descr=""/>
          <p:cNvPicPr/>
          <p:nvPr/>
        </p:nvPicPr>
        <p:blipFill>
          <a:blip r:embed="rId1">
            <a:alphaModFix amt="26000"/>
          </a:blip>
          <a:srcRect l="41631" t="0" r="5187" b="12702"/>
          <a:stretch/>
        </p:blipFill>
        <p:spPr>
          <a:xfrm>
            <a:off x="5580000" y="1980000"/>
            <a:ext cx="2520000" cy="25070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PlaceHolder 1"/>
          <p:cNvSpPr>
            <a:spLocks noGrp="1"/>
          </p:cNvSpPr>
          <p:nvPr>
            <p:ph type="title"/>
          </p:nvPr>
        </p:nvSpPr>
        <p:spPr>
          <a:xfrm>
            <a:off x="2603520" y="566280"/>
            <a:ext cx="3936960" cy="72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Notas de mejora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6" name="Google Shape;1569;p 17"/>
          <p:cNvSpPr txBox="1"/>
          <p:nvPr/>
        </p:nvSpPr>
        <p:spPr>
          <a:xfrm>
            <a:off x="1800000" y="1692000"/>
            <a:ext cx="5580000" cy="252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Aumentar los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recursos de hardware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para mejorar el uptime del servidor.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Evolución a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Sistema Conversacional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(Threads)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Seguridad y Cifrado de Datos (SSL/TLS)  con el uso del protocolo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HTTPS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.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Automatización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del Despliegue (CI/CD) : creación de pipeline automatizado con GitHub Actions.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5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Gracias</a:t>
            </a:r>
            <a:endParaRPr b="0" lang="es-E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8" name="PlaceHolder 2"/>
          <p:cNvSpPr>
            <a:spLocks noGrp="1"/>
          </p:cNvSpPr>
          <p:nvPr>
            <p:ph type="subTitle"/>
          </p:nvPr>
        </p:nvSpPr>
        <p:spPr>
          <a:xfrm>
            <a:off x="2159640" y="3051360"/>
            <a:ext cx="4824720" cy="40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DEMO CyberAI v1.0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19" name="Google Shape;1628;p 2"/>
          <p:cNvCxnSpPr/>
          <p:nvPr/>
        </p:nvCxnSpPr>
        <p:spPr>
          <a:xfrm>
            <a:off x="2859120" y="2845800"/>
            <a:ext cx="342576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</p:spTree>
  </p:cSld>
</p:sld>
</file>

<file path=ppt/theme/theme1.xml><?xml version="1.0" encoding="utf-8"?>
<a:theme xmlns:a="http://schemas.openxmlformats.org/drawingml/2006/main" xmlns:r="http://schemas.openxmlformats.org/officeDocument/2006/relationships" name="Information Technology Project Proposal by Slidesgo">
  <a:themeElements>
    <a:clrScheme name="Simple Light">
      <a:dk1>
        <a:srgbClr val="ffffff"/>
      </a:dk1>
      <a:lt1>
        <a:srgbClr val="000000"/>
      </a:lt1>
      <a:dk2>
        <a:srgbClr val="b7b7b7"/>
      </a:dk2>
      <a:lt2>
        <a:srgbClr val="efefef"/>
      </a:lt2>
      <a:accent1>
        <a:srgbClr val="cccccc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658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2026-01-15T08:17:48Z</dcterms:modified>
  <cp:revision>24</cp:revision>
  <dc:subject/>
  <dc:title/>
</cp:coreProperties>
</file>